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5119350" cy="21383625"/>
  <p:notesSz cx="6858000" cy="9144000"/>
  <p:defaultTextStyle>
    <a:defPPr>
      <a:defRPr lang="tr-TR"/>
    </a:defPPr>
    <a:lvl1pPr algn="l" defTabSz="1751013" rtl="0" eaLnBrk="0" fontAlgn="base" hangingPunct="0">
      <a:spcBef>
        <a:spcPct val="0"/>
      </a:spcBef>
      <a:spcAft>
        <a:spcPct val="0"/>
      </a:spcAft>
      <a:defRPr sz="3400" kern="1200">
        <a:solidFill>
          <a:schemeClr val="tx1"/>
        </a:solidFill>
        <a:latin typeface="Calibri" panose="020F0502020204030204" pitchFamily="34" charset="0"/>
        <a:ea typeface="+mn-ea"/>
        <a:cs typeface="+mn-cs"/>
      </a:defRPr>
    </a:lvl1pPr>
    <a:lvl2pPr marL="874713" indent="-417513" algn="l" defTabSz="1751013" rtl="0" eaLnBrk="0" fontAlgn="base" hangingPunct="0">
      <a:spcBef>
        <a:spcPct val="0"/>
      </a:spcBef>
      <a:spcAft>
        <a:spcPct val="0"/>
      </a:spcAft>
      <a:defRPr sz="3400" kern="1200">
        <a:solidFill>
          <a:schemeClr val="tx1"/>
        </a:solidFill>
        <a:latin typeface="Calibri" panose="020F0502020204030204" pitchFamily="34" charset="0"/>
        <a:ea typeface="+mn-ea"/>
        <a:cs typeface="+mn-cs"/>
      </a:defRPr>
    </a:lvl2pPr>
    <a:lvl3pPr marL="1751013" indent="-836613" algn="l" defTabSz="1751013" rtl="0" eaLnBrk="0" fontAlgn="base" hangingPunct="0">
      <a:spcBef>
        <a:spcPct val="0"/>
      </a:spcBef>
      <a:spcAft>
        <a:spcPct val="0"/>
      </a:spcAft>
      <a:defRPr sz="3400" kern="1200">
        <a:solidFill>
          <a:schemeClr val="tx1"/>
        </a:solidFill>
        <a:latin typeface="Calibri" panose="020F0502020204030204" pitchFamily="34" charset="0"/>
        <a:ea typeface="+mn-ea"/>
        <a:cs typeface="+mn-cs"/>
      </a:defRPr>
    </a:lvl3pPr>
    <a:lvl4pPr marL="2627313" indent="-1255713" algn="l" defTabSz="1751013" rtl="0" eaLnBrk="0" fontAlgn="base" hangingPunct="0">
      <a:spcBef>
        <a:spcPct val="0"/>
      </a:spcBef>
      <a:spcAft>
        <a:spcPct val="0"/>
      </a:spcAft>
      <a:defRPr sz="3400" kern="1200">
        <a:solidFill>
          <a:schemeClr val="tx1"/>
        </a:solidFill>
        <a:latin typeface="Calibri" panose="020F0502020204030204" pitchFamily="34" charset="0"/>
        <a:ea typeface="+mn-ea"/>
        <a:cs typeface="+mn-cs"/>
      </a:defRPr>
    </a:lvl4pPr>
    <a:lvl5pPr marL="3503613" indent="-1674813" algn="l" defTabSz="1751013" rtl="0" eaLnBrk="0" fontAlgn="base" hangingPunct="0">
      <a:spcBef>
        <a:spcPct val="0"/>
      </a:spcBef>
      <a:spcAft>
        <a:spcPct val="0"/>
      </a:spcAft>
      <a:defRPr sz="3400" kern="1200">
        <a:solidFill>
          <a:schemeClr val="tx1"/>
        </a:solidFill>
        <a:latin typeface="Calibri" panose="020F0502020204030204" pitchFamily="34" charset="0"/>
        <a:ea typeface="+mn-ea"/>
        <a:cs typeface="+mn-cs"/>
      </a:defRPr>
    </a:lvl5pPr>
    <a:lvl6pPr marL="2286000" algn="l" defTabSz="914400" rtl="0" eaLnBrk="1" latinLnBrk="0" hangingPunct="1">
      <a:defRPr sz="3400" kern="1200">
        <a:solidFill>
          <a:schemeClr val="tx1"/>
        </a:solidFill>
        <a:latin typeface="Calibri" panose="020F0502020204030204" pitchFamily="34" charset="0"/>
        <a:ea typeface="+mn-ea"/>
        <a:cs typeface="+mn-cs"/>
      </a:defRPr>
    </a:lvl6pPr>
    <a:lvl7pPr marL="2743200" algn="l" defTabSz="914400" rtl="0" eaLnBrk="1" latinLnBrk="0" hangingPunct="1">
      <a:defRPr sz="3400" kern="1200">
        <a:solidFill>
          <a:schemeClr val="tx1"/>
        </a:solidFill>
        <a:latin typeface="Calibri" panose="020F0502020204030204" pitchFamily="34" charset="0"/>
        <a:ea typeface="+mn-ea"/>
        <a:cs typeface="+mn-cs"/>
      </a:defRPr>
    </a:lvl7pPr>
    <a:lvl8pPr marL="3200400" algn="l" defTabSz="914400" rtl="0" eaLnBrk="1" latinLnBrk="0" hangingPunct="1">
      <a:defRPr sz="3400" kern="1200">
        <a:solidFill>
          <a:schemeClr val="tx1"/>
        </a:solidFill>
        <a:latin typeface="Calibri" panose="020F0502020204030204" pitchFamily="34" charset="0"/>
        <a:ea typeface="+mn-ea"/>
        <a:cs typeface="+mn-cs"/>
      </a:defRPr>
    </a:lvl8pPr>
    <a:lvl9pPr marL="3657600" algn="l" defTabSz="914400" rtl="0" eaLnBrk="1" latinLnBrk="0" hangingPunct="1">
      <a:defRPr sz="3400"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12" autoAdjust="0"/>
    <p:restoredTop sz="94660"/>
  </p:normalViewPr>
  <p:slideViewPr>
    <p:cSldViewPr snapToGrid="0">
      <p:cViewPr>
        <p:scale>
          <a:sx n="66" d="100"/>
          <a:sy n="66" d="100"/>
        </p:scale>
        <p:origin x="101" y="-44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26T06:30:47.121"/>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26T06:30:47.122"/>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tr-TR"/>
              <a:t>Asıl başlık stili için tıklatın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tr-TR"/>
              <a:t>Asıl alt başlık stilini düzenlemek için tıklatın</a:t>
            </a:r>
            <a:endParaRPr lang="en-US" dirty="0"/>
          </a:p>
        </p:txBody>
      </p:sp>
      <p:sp>
        <p:nvSpPr>
          <p:cNvPr id="4" name="Date Placeholder 3"/>
          <p:cNvSpPr>
            <a:spLocks noGrp="1"/>
          </p:cNvSpPr>
          <p:nvPr>
            <p:ph type="dt" sz="half" idx="10"/>
          </p:nvPr>
        </p:nvSpPr>
        <p:spPr/>
        <p:txBody>
          <a:bodyPr/>
          <a:lstStyle>
            <a:lvl1pPr>
              <a:defRPr/>
            </a:lvl1pPr>
          </a:lstStyle>
          <a:p>
            <a:pPr>
              <a:defRPr/>
            </a:pPr>
            <a:fld id="{A4C996E9-862C-4691-ADD6-80515E17DF1E}" type="datetimeFigureOut">
              <a:rPr lang="tr-TR"/>
              <a:pPr>
                <a:defRPr/>
              </a:pPr>
              <a:t>14.01.2026</a:t>
            </a:fld>
            <a:endParaRPr lang="tr-TR"/>
          </a:p>
        </p:txBody>
      </p:sp>
      <p:sp>
        <p:nvSpPr>
          <p:cNvPr id="5" name="Footer Placeholder 4"/>
          <p:cNvSpPr>
            <a:spLocks noGrp="1"/>
          </p:cNvSpPr>
          <p:nvPr>
            <p:ph type="ftr" sz="quarter" idx="11"/>
          </p:nvPr>
        </p:nvSpPr>
        <p:spPr/>
        <p:txBody>
          <a:bodyPr/>
          <a:lstStyle>
            <a:lvl1pPr>
              <a:defRPr/>
            </a:lvl1pPr>
          </a:lstStyle>
          <a:p>
            <a:pPr>
              <a:defRPr/>
            </a:pPr>
            <a:endParaRPr lang="tr-TR"/>
          </a:p>
        </p:txBody>
      </p:sp>
      <p:sp>
        <p:nvSpPr>
          <p:cNvPr id="6" name="Slide Number Placeholder 5"/>
          <p:cNvSpPr>
            <a:spLocks noGrp="1"/>
          </p:cNvSpPr>
          <p:nvPr>
            <p:ph type="sldNum" sz="quarter" idx="12"/>
          </p:nvPr>
        </p:nvSpPr>
        <p:spPr/>
        <p:txBody>
          <a:bodyPr/>
          <a:lstStyle>
            <a:lvl1pPr>
              <a:defRPr/>
            </a:lvl1pPr>
          </a:lstStyle>
          <a:p>
            <a:pPr>
              <a:defRPr/>
            </a:pPr>
            <a:fld id="{26ACC691-57D1-44E1-9997-131B669D9BD4}" type="slidenum">
              <a:rPr lang="tr-TR"/>
              <a:pPr>
                <a:defRPr/>
              </a:pPr>
              <a:t>‹#›</a:t>
            </a:fld>
            <a:endParaRPr lang="tr-TR"/>
          </a:p>
        </p:txBody>
      </p:sp>
    </p:spTree>
    <p:extLst>
      <p:ext uri="{BB962C8B-B14F-4D97-AF65-F5344CB8AC3E}">
        <p14:creationId xmlns:p14="http://schemas.microsoft.com/office/powerpoint/2010/main" val="2919472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lvl1pPr>
              <a:defRPr/>
            </a:lvl1pPr>
          </a:lstStyle>
          <a:p>
            <a:pPr>
              <a:defRPr/>
            </a:pPr>
            <a:fld id="{04E60F63-11B9-4F66-A498-29B8DC8E5C83}" type="datetimeFigureOut">
              <a:rPr lang="tr-TR"/>
              <a:pPr>
                <a:defRPr/>
              </a:pPr>
              <a:t>14.01.2026</a:t>
            </a:fld>
            <a:endParaRPr lang="tr-TR"/>
          </a:p>
        </p:txBody>
      </p:sp>
      <p:sp>
        <p:nvSpPr>
          <p:cNvPr id="5" name="Footer Placeholder 4"/>
          <p:cNvSpPr>
            <a:spLocks noGrp="1"/>
          </p:cNvSpPr>
          <p:nvPr>
            <p:ph type="ftr" sz="quarter" idx="11"/>
          </p:nvPr>
        </p:nvSpPr>
        <p:spPr/>
        <p:txBody>
          <a:bodyPr/>
          <a:lstStyle>
            <a:lvl1pPr>
              <a:defRPr/>
            </a:lvl1pPr>
          </a:lstStyle>
          <a:p>
            <a:pPr>
              <a:defRPr/>
            </a:pPr>
            <a:endParaRPr lang="tr-TR"/>
          </a:p>
        </p:txBody>
      </p:sp>
      <p:sp>
        <p:nvSpPr>
          <p:cNvPr id="6" name="Slide Number Placeholder 5"/>
          <p:cNvSpPr>
            <a:spLocks noGrp="1"/>
          </p:cNvSpPr>
          <p:nvPr>
            <p:ph type="sldNum" sz="quarter" idx="12"/>
          </p:nvPr>
        </p:nvSpPr>
        <p:spPr/>
        <p:txBody>
          <a:bodyPr/>
          <a:lstStyle>
            <a:lvl1pPr>
              <a:defRPr/>
            </a:lvl1pPr>
          </a:lstStyle>
          <a:p>
            <a:pPr>
              <a:defRPr/>
            </a:pPr>
            <a:fld id="{FDCD19A9-0A80-4F8B-B75D-8C56AFBCC7C1}" type="slidenum">
              <a:rPr lang="tr-TR"/>
              <a:pPr>
                <a:defRPr/>
              </a:pPr>
              <a:t>‹#›</a:t>
            </a:fld>
            <a:endParaRPr lang="tr-TR"/>
          </a:p>
        </p:txBody>
      </p:sp>
    </p:spTree>
    <p:extLst>
      <p:ext uri="{BB962C8B-B14F-4D97-AF65-F5344CB8AC3E}">
        <p14:creationId xmlns:p14="http://schemas.microsoft.com/office/powerpoint/2010/main" val="2218749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tr-TR"/>
              <a:t>Asıl başlık stili için tıklatın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solidFill>
              </a:defRPr>
            </a:lvl1pPr>
            <a:lvl2pPr marL="755980" indent="0">
              <a:buNone/>
              <a:defRPr sz="3307">
                <a:solidFill>
                  <a:schemeClr val="tx1">
                    <a:tint val="75000"/>
                  </a:schemeClr>
                </a:solidFill>
              </a:defRPr>
            </a:lvl2pPr>
            <a:lvl3pPr marL="1511960" indent="0">
              <a:buNone/>
              <a:defRPr sz="2976">
                <a:solidFill>
                  <a:schemeClr val="tx1">
                    <a:tint val="75000"/>
                  </a:schemeClr>
                </a:solidFill>
              </a:defRPr>
            </a:lvl3pPr>
            <a:lvl4pPr marL="2267941" indent="0">
              <a:buNone/>
              <a:defRPr sz="2646">
                <a:solidFill>
                  <a:schemeClr val="tx1">
                    <a:tint val="75000"/>
                  </a:schemeClr>
                </a:solidFill>
              </a:defRPr>
            </a:lvl4pPr>
            <a:lvl5pPr marL="3023921" indent="0">
              <a:buNone/>
              <a:defRPr sz="2646">
                <a:solidFill>
                  <a:schemeClr val="tx1">
                    <a:tint val="75000"/>
                  </a:schemeClr>
                </a:solidFill>
              </a:defRPr>
            </a:lvl5pPr>
            <a:lvl6pPr marL="3779901" indent="0">
              <a:buNone/>
              <a:defRPr sz="2646">
                <a:solidFill>
                  <a:schemeClr val="tx1">
                    <a:tint val="75000"/>
                  </a:schemeClr>
                </a:solidFill>
              </a:defRPr>
            </a:lvl6pPr>
            <a:lvl7pPr marL="4535881" indent="0">
              <a:buNone/>
              <a:defRPr sz="2646">
                <a:solidFill>
                  <a:schemeClr val="tx1">
                    <a:tint val="75000"/>
                  </a:schemeClr>
                </a:solidFill>
              </a:defRPr>
            </a:lvl7pPr>
            <a:lvl8pPr marL="5291861" indent="0">
              <a:buNone/>
              <a:defRPr sz="2646">
                <a:solidFill>
                  <a:schemeClr val="tx1">
                    <a:tint val="75000"/>
                  </a:schemeClr>
                </a:solidFill>
              </a:defRPr>
            </a:lvl8pPr>
            <a:lvl9pPr marL="6047842" indent="0">
              <a:buNone/>
              <a:defRPr sz="2646">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lvl1pPr>
              <a:defRPr/>
            </a:lvl1pPr>
          </a:lstStyle>
          <a:p>
            <a:pPr>
              <a:defRPr/>
            </a:pPr>
            <a:fld id="{724FA522-D12B-4719-A8F2-F632581395BC}" type="datetimeFigureOut">
              <a:rPr lang="tr-TR"/>
              <a:pPr>
                <a:defRPr/>
              </a:pPr>
              <a:t>14.01.2026</a:t>
            </a:fld>
            <a:endParaRPr lang="tr-TR"/>
          </a:p>
        </p:txBody>
      </p:sp>
      <p:sp>
        <p:nvSpPr>
          <p:cNvPr id="5" name="Footer Placeholder 4"/>
          <p:cNvSpPr>
            <a:spLocks noGrp="1"/>
          </p:cNvSpPr>
          <p:nvPr>
            <p:ph type="ftr" sz="quarter" idx="11"/>
          </p:nvPr>
        </p:nvSpPr>
        <p:spPr/>
        <p:txBody>
          <a:bodyPr/>
          <a:lstStyle>
            <a:lvl1pPr>
              <a:defRPr/>
            </a:lvl1pPr>
          </a:lstStyle>
          <a:p>
            <a:pPr>
              <a:defRPr/>
            </a:pPr>
            <a:endParaRPr lang="tr-TR"/>
          </a:p>
        </p:txBody>
      </p:sp>
      <p:sp>
        <p:nvSpPr>
          <p:cNvPr id="6" name="Slide Number Placeholder 5"/>
          <p:cNvSpPr>
            <a:spLocks noGrp="1"/>
          </p:cNvSpPr>
          <p:nvPr>
            <p:ph type="sldNum" sz="quarter" idx="12"/>
          </p:nvPr>
        </p:nvSpPr>
        <p:spPr/>
        <p:txBody>
          <a:bodyPr/>
          <a:lstStyle>
            <a:lvl1pPr>
              <a:defRPr/>
            </a:lvl1pPr>
          </a:lstStyle>
          <a:p>
            <a:pPr>
              <a:defRPr/>
            </a:pPr>
            <a:fld id="{3D313C03-031F-4A0D-96D9-5CB4535595B3}" type="slidenum">
              <a:rPr lang="tr-TR"/>
              <a:pPr>
                <a:defRPr/>
              </a:pPr>
              <a:t>‹#›</a:t>
            </a:fld>
            <a:endParaRPr lang="tr-TR"/>
          </a:p>
        </p:txBody>
      </p:sp>
    </p:spTree>
    <p:extLst>
      <p:ext uri="{BB962C8B-B14F-4D97-AF65-F5344CB8AC3E}">
        <p14:creationId xmlns:p14="http://schemas.microsoft.com/office/powerpoint/2010/main" val="77004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3"/>
          <p:cNvSpPr>
            <a:spLocks noGrp="1"/>
          </p:cNvSpPr>
          <p:nvPr>
            <p:ph type="dt" sz="half" idx="10"/>
          </p:nvPr>
        </p:nvSpPr>
        <p:spPr/>
        <p:txBody>
          <a:bodyPr/>
          <a:lstStyle>
            <a:lvl1pPr>
              <a:defRPr/>
            </a:lvl1pPr>
          </a:lstStyle>
          <a:p>
            <a:pPr>
              <a:defRPr/>
            </a:pPr>
            <a:fld id="{8BC2C400-CB58-4297-92A7-A27F45E45622}" type="datetimeFigureOut">
              <a:rPr lang="tr-TR"/>
              <a:pPr>
                <a:defRPr/>
              </a:pPr>
              <a:t>14.01.2026</a:t>
            </a:fld>
            <a:endParaRPr lang="tr-TR"/>
          </a:p>
        </p:txBody>
      </p:sp>
      <p:sp>
        <p:nvSpPr>
          <p:cNvPr id="6" name="Footer Placeholder 4"/>
          <p:cNvSpPr>
            <a:spLocks noGrp="1"/>
          </p:cNvSpPr>
          <p:nvPr>
            <p:ph type="ftr" sz="quarter" idx="11"/>
          </p:nvPr>
        </p:nvSpPr>
        <p:spPr/>
        <p:txBody>
          <a:bodyPr/>
          <a:lstStyle>
            <a:lvl1pPr>
              <a:defRPr/>
            </a:lvl1pPr>
          </a:lstStyle>
          <a:p>
            <a:pPr>
              <a:defRPr/>
            </a:pPr>
            <a:endParaRPr lang="tr-TR"/>
          </a:p>
        </p:txBody>
      </p:sp>
      <p:sp>
        <p:nvSpPr>
          <p:cNvPr id="7" name="Slide Number Placeholder 5"/>
          <p:cNvSpPr>
            <a:spLocks noGrp="1"/>
          </p:cNvSpPr>
          <p:nvPr>
            <p:ph type="sldNum" sz="quarter" idx="12"/>
          </p:nvPr>
        </p:nvSpPr>
        <p:spPr/>
        <p:txBody>
          <a:bodyPr/>
          <a:lstStyle>
            <a:lvl1pPr>
              <a:defRPr/>
            </a:lvl1pPr>
          </a:lstStyle>
          <a:p>
            <a:pPr>
              <a:defRPr/>
            </a:pPr>
            <a:fld id="{AAAA6E29-1FFD-400C-8BE0-9756B204F0E4}" type="slidenum">
              <a:rPr lang="tr-TR"/>
              <a:pPr>
                <a:defRPr/>
              </a:pPr>
              <a:t>‹#›</a:t>
            </a:fld>
            <a:endParaRPr lang="tr-TR"/>
          </a:p>
        </p:txBody>
      </p:sp>
    </p:spTree>
    <p:extLst>
      <p:ext uri="{BB962C8B-B14F-4D97-AF65-F5344CB8AC3E}">
        <p14:creationId xmlns:p14="http://schemas.microsoft.com/office/powerpoint/2010/main" val="1086112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tr-TR"/>
              <a:t>Asıl metin stillerini düzenlemek için tıklatın</a:t>
            </a:r>
          </a:p>
        </p:txBody>
      </p:sp>
      <p:sp>
        <p:nvSpPr>
          <p:cNvPr id="4" name="Content Placeholder 3"/>
          <p:cNvSpPr>
            <a:spLocks noGrp="1"/>
          </p:cNvSpPr>
          <p:nvPr>
            <p:ph sz="half" idx="2"/>
          </p:nvPr>
        </p:nvSpPr>
        <p:spPr>
          <a:xfrm>
            <a:off x="1041426" y="7810963"/>
            <a:ext cx="6396193" cy="1148875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tr-TR"/>
              <a:t>Asıl metin stillerini düzenlemek için tıklatın</a:t>
            </a:r>
          </a:p>
        </p:txBody>
      </p:sp>
      <p:sp>
        <p:nvSpPr>
          <p:cNvPr id="6" name="Content Placeholder 5"/>
          <p:cNvSpPr>
            <a:spLocks noGrp="1"/>
          </p:cNvSpPr>
          <p:nvPr>
            <p:ph sz="quarter" idx="4"/>
          </p:nvPr>
        </p:nvSpPr>
        <p:spPr>
          <a:xfrm>
            <a:off x="7654172" y="7810963"/>
            <a:ext cx="6427693" cy="1148875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3"/>
          <p:cNvSpPr>
            <a:spLocks noGrp="1"/>
          </p:cNvSpPr>
          <p:nvPr>
            <p:ph type="dt" sz="half" idx="10"/>
          </p:nvPr>
        </p:nvSpPr>
        <p:spPr/>
        <p:txBody>
          <a:bodyPr/>
          <a:lstStyle>
            <a:lvl1pPr>
              <a:defRPr/>
            </a:lvl1pPr>
          </a:lstStyle>
          <a:p>
            <a:pPr>
              <a:defRPr/>
            </a:pPr>
            <a:fld id="{46D7EA81-1E4B-4B79-B8B6-1194A57BCDF9}" type="datetimeFigureOut">
              <a:rPr lang="tr-TR"/>
              <a:pPr>
                <a:defRPr/>
              </a:pPr>
              <a:t>14.01.2026</a:t>
            </a:fld>
            <a:endParaRPr lang="tr-TR"/>
          </a:p>
        </p:txBody>
      </p:sp>
      <p:sp>
        <p:nvSpPr>
          <p:cNvPr id="8" name="Footer Placeholder 4"/>
          <p:cNvSpPr>
            <a:spLocks noGrp="1"/>
          </p:cNvSpPr>
          <p:nvPr>
            <p:ph type="ftr" sz="quarter" idx="11"/>
          </p:nvPr>
        </p:nvSpPr>
        <p:spPr/>
        <p:txBody>
          <a:bodyPr/>
          <a:lstStyle>
            <a:lvl1pPr>
              <a:defRPr/>
            </a:lvl1pPr>
          </a:lstStyle>
          <a:p>
            <a:pPr>
              <a:defRPr/>
            </a:pPr>
            <a:endParaRPr lang="tr-TR"/>
          </a:p>
        </p:txBody>
      </p:sp>
      <p:sp>
        <p:nvSpPr>
          <p:cNvPr id="9" name="Slide Number Placeholder 5"/>
          <p:cNvSpPr>
            <a:spLocks noGrp="1"/>
          </p:cNvSpPr>
          <p:nvPr>
            <p:ph type="sldNum" sz="quarter" idx="12"/>
          </p:nvPr>
        </p:nvSpPr>
        <p:spPr/>
        <p:txBody>
          <a:bodyPr/>
          <a:lstStyle>
            <a:lvl1pPr>
              <a:defRPr/>
            </a:lvl1pPr>
          </a:lstStyle>
          <a:p>
            <a:pPr>
              <a:defRPr/>
            </a:pPr>
            <a:fld id="{32831E34-C5EA-4BE7-8BFF-B710E38BC779}" type="slidenum">
              <a:rPr lang="tr-TR"/>
              <a:pPr>
                <a:defRPr/>
              </a:pPr>
              <a:t>‹#›</a:t>
            </a:fld>
            <a:endParaRPr lang="tr-TR"/>
          </a:p>
        </p:txBody>
      </p:sp>
    </p:spTree>
    <p:extLst>
      <p:ext uri="{BB962C8B-B14F-4D97-AF65-F5344CB8AC3E}">
        <p14:creationId xmlns:p14="http://schemas.microsoft.com/office/powerpoint/2010/main" val="3746116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3"/>
          <p:cNvSpPr>
            <a:spLocks noGrp="1"/>
          </p:cNvSpPr>
          <p:nvPr>
            <p:ph type="dt" sz="half" idx="10"/>
          </p:nvPr>
        </p:nvSpPr>
        <p:spPr/>
        <p:txBody>
          <a:bodyPr/>
          <a:lstStyle>
            <a:lvl1pPr>
              <a:defRPr/>
            </a:lvl1pPr>
          </a:lstStyle>
          <a:p>
            <a:pPr>
              <a:defRPr/>
            </a:pPr>
            <a:fld id="{FF24E9FE-D548-4C2B-9F21-50D6F18725EA}" type="datetimeFigureOut">
              <a:rPr lang="tr-TR"/>
              <a:pPr>
                <a:defRPr/>
              </a:pPr>
              <a:t>14.01.2026</a:t>
            </a:fld>
            <a:endParaRPr lang="tr-TR"/>
          </a:p>
        </p:txBody>
      </p:sp>
      <p:sp>
        <p:nvSpPr>
          <p:cNvPr id="4" name="Footer Placeholder 4"/>
          <p:cNvSpPr>
            <a:spLocks noGrp="1"/>
          </p:cNvSpPr>
          <p:nvPr>
            <p:ph type="ftr" sz="quarter" idx="11"/>
          </p:nvPr>
        </p:nvSpPr>
        <p:spPr/>
        <p:txBody>
          <a:bodyPr/>
          <a:lstStyle>
            <a:lvl1pPr>
              <a:defRPr/>
            </a:lvl1pPr>
          </a:lstStyle>
          <a:p>
            <a:pPr>
              <a:defRPr/>
            </a:pPr>
            <a:endParaRPr lang="tr-TR"/>
          </a:p>
        </p:txBody>
      </p:sp>
      <p:sp>
        <p:nvSpPr>
          <p:cNvPr id="5" name="Slide Number Placeholder 5"/>
          <p:cNvSpPr>
            <a:spLocks noGrp="1"/>
          </p:cNvSpPr>
          <p:nvPr>
            <p:ph type="sldNum" sz="quarter" idx="12"/>
          </p:nvPr>
        </p:nvSpPr>
        <p:spPr/>
        <p:txBody>
          <a:bodyPr/>
          <a:lstStyle>
            <a:lvl1pPr>
              <a:defRPr/>
            </a:lvl1pPr>
          </a:lstStyle>
          <a:p>
            <a:pPr>
              <a:defRPr/>
            </a:pPr>
            <a:fld id="{93CE21FF-A1A6-43E9-821C-BF66208427E9}" type="slidenum">
              <a:rPr lang="tr-TR"/>
              <a:pPr>
                <a:defRPr/>
              </a:pPr>
              <a:t>‹#›</a:t>
            </a:fld>
            <a:endParaRPr lang="tr-TR"/>
          </a:p>
        </p:txBody>
      </p:sp>
    </p:spTree>
    <p:extLst>
      <p:ext uri="{BB962C8B-B14F-4D97-AF65-F5344CB8AC3E}">
        <p14:creationId xmlns:p14="http://schemas.microsoft.com/office/powerpoint/2010/main" val="2594299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EB0367E-AAA2-4422-8510-6575531DB047}" type="datetimeFigureOut">
              <a:rPr lang="tr-TR"/>
              <a:pPr>
                <a:defRPr/>
              </a:pPr>
              <a:t>14.01.2026</a:t>
            </a:fld>
            <a:endParaRPr lang="tr-TR"/>
          </a:p>
        </p:txBody>
      </p:sp>
      <p:sp>
        <p:nvSpPr>
          <p:cNvPr id="3" name="Footer Placeholder 4"/>
          <p:cNvSpPr>
            <a:spLocks noGrp="1"/>
          </p:cNvSpPr>
          <p:nvPr>
            <p:ph type="ftr" sz="quarter" idx="11"/>
          </p:nvPr>
        </p:nvSpPr>
        <p:spPr/>
        <p:txBody>
          <a:bodyPr/>
          <a:lstStyle>
            <a:lvl1pPr>
              <a:defRPr/>
            </a:lvl1pPr>
          </a:lstStyle>
          <a:p>
            <a:pPr>
              <a:defRPr/>
            </a:pPr>
            <a:endParaRPr lang="tr-TR"/>
          </a:p>
        </p:txBody>
      </p:sp>
      <p:sp>
        <p:nvSpPr>
          <p:cNvPr id="4" name="Slide Number Placeholder 5"/>
          <p:cNvSpPr>
            <a:spLocks noGrp="1"/>
          </p:cNvSpPr>
          <p:nvPr>
            <p:ph type="sldNum" sz="quarter" idx="12"/>
          </p:nvPr>
        </p:nvSpPr>
        <p:spPr/>
        <p:txBody>
          <a:bodyPr/>
          <a:lstStyle>
            <a:lvl1pPr>
              <a:defRPr/>
            </a:lvl1pPr>
          </a:lstStyle>
          <a:p>
            <a:pPr>
              <a:defRPr/>
            </a:pPr>
            <a:fld id="{4D9EF425-3C63-4F37-A2F5-A2019834DB30}" type="slidenum">
              <a:rPr lang="tr-TR"/>
              <a:pPr>
                <a:defRPr/>
              </a:pPr>
              <a:t>‹#›</a:t>
            </a:fld>
            <a:endParaRPr lang="tr-TR"/>
          </a:p>
        </p:txBody>
      </p:sp>
    </p:spTree>
    <p:extLst>
      <p:ext uri="{BB962C8B-B14F-4D97-AF65-F5344CB8AC3E}">
        <p14:creationId xmlns:p14="http://schemas.microsoft.com/office/powerpoint/2010/main" val="217170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tr-TR"/>
              <a:t>Asıl başlık stili için tıklatın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tr-TR"/>
              <a:t>Asıl metin stillerini düzenlemek için tıklatın</a:t>
            </a:r>
          </a:p>
        </p:txBody>
      </p:sp>
      <p:sp>
        <p:nvSpPr>
          <p:cNvPr id="5" name="Date Placeholder 3"/>
          <p:cNvSpPr>
            <a:spLocks noGrp="1"/>
          </p:cNvSpPr>
          <p:nvPr>
            <p:ph type="dt" sz="half" idx="10"/>
          </p:nvPr>
        </p:nvSpPr>
        <p:spPr/>
        <p:txBody>
          <a:bodyPr/>
          <a:lstStyle>
            <a:lvl1pPr>
              <a:defRPr/>
            </a:lvl1pPr>
          </a:lstStyle>
          <a:p>
            <a:pPr>
              <a:defRPr/>
            </a:pPr>
            <a:fld id="{6650916B-9CB5-4010-AB5E-695A1BF2A9CC}" type="datetimeFigureOut">
              <a:rPr lang="tr-TR"/>
              <a:pPr>
                <a:defRPr/>
              </a:pPr>
              <a:t>14.01.2026</a:t>
            </a:fld>
            <a:endParaRPr lang="tr-TR"/>
          </a:p>
        </p:txBody>
      </p:sp>
      <p:sp>
        <p:nvSpPr>
          <p:cNvPr id="6" name="Footer Placeholder 4"/>
          <p:cNvSpPr>
            <a:spLocks noGrp="1"/>
          </p:cNvSpPr>
          <p:nvPr>
            <p:ph type="ftr" sz="quarter" idx="11"/>
          </p:nvPr>
        </p:nvSpPr>
        <p:spPr/>
        <p:txBody>
          <a:bodyPr/>
          <a:lstStyle>
            <a:lvl1pPr>
              <a:defRPr/>
            </a:lvl1pPr>
          </a:lstStyle>
          <a:p>
            <a:pPr>
              <a:defRPr/>
            </a:pPr>
            <a:endParaRPr lang="tr-TR"/>
          </a:p>
        </p:txBody>
      </p:sp>
      <p:sp>
        <p:nvSpPr>
          <p:cNvPr id="7" name="Slide Number Placeholder 5"/>
          <p:cNvSpPr>
            <a:spLocks noGrp="1"/>
          </p:cNvSpPr>
          <p:nvPr>
            <p:ph type="sldNum" sz="quarter" idx="12"/>
          </p:nvPr>
        </p:nvSpPr>
        <p:spPr/>
        <p:txBody>
          <a:bodyPr/>
          <a:lstStyle>
            <a:lvl1pPr>
              <a:defRPr/>
            </a:lvl1pPr>
          </a:lstStyle>
          <a:p>
            <a:pPr>
              <a:defRPr/>
            </a:pPr>
            <a:fld id="{967C5A90-A2DC-4624-80C3-E72F7C3422AB}" type="slidenum">
              <a:rPr lang="tr-TR"/>
              <a:pPr>
                <a:defRPr/>
              </a:pPr>
              <a:t>‹#›</a:t>
            </a:fld>
            <a:endParaRPr lang="tr-TR"/>
          </a:p>
        </p:txBody>
      </p:sp>
    </p:spTree>
    <p:extLst>
      <p:ext uri="{BB962C8B-B14F-4D97-AF65-F5344CB8AC3E}">
        <p14:creationId xmlns:p14="http://schemas.microsoft.com/office/powerpoint/2010/main" val="3305364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pPr lvl="0"/>
            <a:r>
              <a:rPr lang="tr-TR" noProof="0"/>
              <a:t>Resim eklemek için simgeyi tıklatın</a:t>
            </a:r>
            <a:endParaRPr lang="en-US" noProof="0"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tr-TR"/>
              <a:t>Asıl metin stillerini düzenlemek için tıklatın</a:t>
            </a:r>
          </a:p>
        </p:txBody>
      </p:sp>
      <p:sp>
        <p:nvSpPr>
          <p:cNvPr id="5" name="Date Placeholder 3"/>
          <p:cNvSpPr>
            <a:spLocks noGrp="1"/>
          </p:cNvSpPr>
          <p:nvPr>
            <p:ph type="dt" sz="half" idx="10"/>
          </p:nvPr>
        </p:nvSpPr>
        <p:spPr/>
        <p:txBody>
          <a:bodyPr/>
          <a:lstStyle>
            <a:lvl1pPr>
              <a:defRPr/>
            </a:lvl1pPr>
          </a:lstStyle>
          <a:p>
            <a:pPr>
              <a:defRPr/>
            </a:pPr>
            <a:fld id="{1A559CEE-F802-44F2-A5F5-529066CFDFA3}" type="datetimeFigureOut">
              <a:rPr lang="tr-TR"/>
              <a:pPr>
                <a:defRPr/>
              </a:pPr>
              <a:t>14.01.2026</a:t>
            </a:fld>
            <a:endParaRPr lang="tr-TR"/>
          </a:p>
        </p:txBody>
      </p:sp>
      <p:sp>
        <p:nvSpPr>
          <p:cNvPr id="6" name="Footer Placeholder 4"/>
          <p:cNvSpPr>
            <a:spLocks noGrp="1"/>
          </p:cNvSpPr>
          <p:nvPr>
            <p:ph type="ftr" sz="quarter" idx="11"/>
          </p:nvPr>
        </p:nvSpPr>
        <p:spPr/>
        <p:txBody>
          <a:bodyPr/>
          <a:lstStyle>
            <a:lvl1pPr>
              <a:defRPr/>
            </a:lvl1pPr>
          </a:lstStyle>
          <a:p>
            <a:pPr>
              <a:defRPr/>
            </a:pPr>
            <a:endParaRPr lang="tr-TR"/>
          </a:p>
        </p:txBody>
      </p:sp>
      <p:sp>
        <p:nvSpPr>
          <p:cNvPr id="7" name="Slide Number Placeholder 5"/>
          <p:cNvSpPr>
            <a:spLocks noGrp="1"/>
          </p:cNvSpPr>
          <p:nvPr>
            <p:ph type="sldNum" sz="quarter" idx="12"/>
          </p:nvPr>
        </p:nvSpPr>
        <p:spPr/>
        <p:txBody>
          <a:bodyPr/>
          <a:lstStyle>
            <a:lvl1pPr>
              <a:defRPr/>
            </a:lvl1pPr>
          </a:lstStyle>
          <a:p>
            <a:pPr>
              <a:defRPr/>
            </a:pPr>
            <a:fld id="{DC9D6F5C-7408-4BFA-B8F4-F5B29EAB72DF}" type="slidenum">
              <a:rPr lang="tr-TR"/>
              <a:pPr>
                <a:defRPr/>
              </a:pPr>
              <a:t>‹#›</a:t>
            </a:fld>
            <a:endParaRPr lang="tr-TR"/>
          </a:p>
        </p:txBody>
      </p:sp>
    </p:spTree>
    <p:extLst>
      <p:ext uri="{BB962C8B-B14F-4D97-AF65-F5344CB8AC3E}">
        <p14:creationId xmlns:p14="http://schemas.microsoft.com/office/powerpoint/2010/main" val="2437024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lvl1pPr>
              <a:defRPr/>
            </a:lvl1pPr>
          </a:lstStyle>
          <a:p>
            <a:pPr>
              <a:defRPr/>
            </a:pPr>
            <a:fld id="{BD726A4E-A14C-42EA-B8B0-401DD10AE79B}" type="datetimeFigureOut">
              <a:rPr lang="tr-TR"/>
              <a:pPr>
                <a:defRPr/>
              </a:pPr>
              <a:t>14.01.2026</a:t>
            </a:fld>
            <a:endParaRPr lang="tr-TR"/>
          </a:p>
        </p:txBody>
      </p:sp>
      <p:sp>
        <p:nvSpPr>
          <p:cNvPr id="5" name="Footer Placeholder 4"/>
          <p:cNvSpPr>
            <a:spLocks noGrp="1"/>
          </p:cNvSpPr>
          <p:nvPr>
            <p:ph type="ftr" sz="quarter" idx="11"/>
          </p:nvPr>
        </p:nvSpPr>
        <p:spPr/>
        <p:txBody>
          <a:bodyPr/>
          <a:lstStyle>
            <a:lvl1pPr>
              <a:defRPr/>
            </a:lvl1pPr>
          </a:lstStyle>
          <a:p>
            <a:pPr>
              <a:defRPr/>
            </a:pPr>
            <a:endParaRPr lang="tr-TR"/>
          </a:p>
        </p:txBody>
      </p:sp>
      <p:sp>
        <p:nvSpPr>
          <p:cNvPr id="6" name="Slide Number Placeholder 5"/>
          <p:cNvSpPr>
            <a:spLocks noGrp="1"/>
          </p:cNvSpPr>
          <p:nvPr>
            <p:ph type="sldNum" sz="quarter" idx="12"/>
          </p:nvPr>
        </p:nvSpPr>
        <p:spPr/>
        <p:txBody>
          <a:bodyPr/>
          <a:lstStyle>
            <a:lvl1pPr>
              <a:defRPr/>
            </a:lvl1pPr>
          </a:lstStyle>
          <a:p>
            <a:pPr>
              <a:defRPr/>
            </a:pPr>
            <a:fld id="{7B391387-D5D6-4827-A6BE-7224586B7264}" type="slidenum">
              <a:rPr lang="tr-TR"/>
              <a:pPr>
                <a:defRPr/>
              </a:pPr>
              <a:t>‹#›</a:t>
            </a:fld>
            <a:endParaRPr lang="tr-TR"/>
          </a:p>
        </p:txBody>
      </p:sp>
    </p:spTree>
    <p:extLst>
      <p:ext uri="{BB962C8B-B14F-4D97-AF65-F5344CB8AC3E}">
        <p14:creationId xmlns:p14="http://schemas.microsoft.com/office/powerpoint/2010/main" val="2850047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lvl1pPr>
              <a:defRPr/>
            </a:lvl1pPr>
          </a:lstStyle>
          <a:p>
            <a:pPr>
              <a:defRPr/>
            </a:pPr>
            <a:fld id="{2795037D-D905-4D32-8751-6D3DCEAB31E9}" type="datetimeFigureOut">
              <a:rPr lang="tr-TR"/>
              <a:pPr>
                <a:defRPr/>
              </a:pPr>
              <a:t>14.01.2026</a:t>
            </a:fld>
            <a:endParaRPr lang="tr-TR"/>
          </a:p>
        </p:txBody>
      </p:sp>
      <p:sp>
        <p:nvSpPr>
          <p:cNvPr id="5" name="Footer Placeholder 4"/>
          <p:cNvSpPr>
            <a:spLocks noGrp="1"/>
          </p:cNvSpPr>
          <p:nvPr>
            <p:ph type="ftr" sz="quarter" idx="11"/>
          </p:nvPr>
        </p:nvSpPr>
        <p:spPr/>
        <p:txBody>
          <a:bodyPr/>
          <a:lstStyle>
            <a:lvl1pPr>
              <a:defRPr/>
            </a:lvl1pPr>
          </a:lstStyle>
          <a:p>
            <a:pPr>
              <a:defRPr/>
            </a:pPr>
            <a:endParaRPr lang="tr-TR"/>
          </a:p>
        </p:txBody>
      </p:sp>
      <p:sp>
        <p:nvSpPr>
          <p:cNvPr id="6" name="Slide Number Placeholder 5"/>
          <p:cNvSpPr>
            <a:spLocks noGrp="1"/>
          </p:cNvSpPr>
          <p:nvPr>
            <p:ph type="sldNum" sz="quarter" idx="12"/>
          </p:nvPr>
        </p:nvSpPr>
        <p:spPr/>
        <p:txBody>
          <a:bodyPr/>
          <a:lstStyle>
            <a:lvl1pPr>
              <a:defRPr/>
            </a:lvl1pPr>
          </a:lstStyle>
          <a:p>
            <a:pPr>
              <a:defRPr/>
            </a:pPr>
            <a:fld id="{79B4BE3A-FFC6-418D-AF35-EA440C2FBAAF}" type="slidenum">
              <a:rPr lang="tr-TR"/>
              <a:pPr>
                <a:defRPr/>
              </a:pPr>
              <a:t>‹#›</a:t>
            </a:fld>
            <a:endParaRPr lang="tr-TR"/>
          </a:p>
        </p:txBody>
      </p:sp>
    </p:spTree>
    <p:extLst>
      <p:ext uri="{BB962C8B-B14F-4D97-AF65-F5344CB8AC3E}">
        <p14:creationId xmlns:p14="http://schemas.microsoft.com/office/powerpoint/2010/main" val="1903606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813" y="1138238"/>
            <a:ext cx="13039725" cy="4133850"/>
          </a:xfrm>
          <a:prstGeom prst="rect">
            <a:avLst/>
          </a:prstGeom>
        </p:spPr>
        <p:txBody>
          <a:bodyPr vert="horz" lIns="91440" tIns="45720" rIns="91440" bIns="45720" rtlCol="0" anchor="ctr">
            <a:normAutofit/>
          </a:bodyPr>
          <a:lstStyle/>
          <a:p>
            <a:r>
              <a:rPr lang="tr-TR"/>
              <a:t>Asıl başlık stili için tıklatın</a:t>
            </a:r>
            <a:endParaRPr lang="en-US" dirty="0"/>
          </a:p>
        </p:txBody>
      </p:sp>
      <p:sp>
        <p:nvSpPr>
          <p:cNvPr id="3" name="Text Placeholder 2"/>
          <p:cNvSpPr>
            <a:spLocks noGrp="1"/>
          </p:cNvSpPr>
          <p:nvPr>
            <p:ph type="body" idx="1"/>
          </p:nvPr>
        </p:nvSpPr>
        <p:spPr>
          <a:xfrm>
            <a:off x="1039813" y="5692775"/>
            <a:ext cx="13039725" cy="13566775"/>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9813" y="19819938"/>
            <a:ext cx="3402012" cy="1138237"/>
          </a:xfrm>
          <a:prstGeom prst="rect">
            <a:avLst/>
          </a:prstGeom>
        </p:spPr>
        <p:txBody>
          <a:bodyPr vert="horz" lIns="91440" tIns="45720" rIns="91440" bIns="45720" rtlCol="0" anchor="ctr"/>
          <a:lstStyle>
            <a:lvl1pPr algn="l" defTabSz="1752082" eaLnBrk="1" fontAlgn="auto" hangingPunct="1">
              <a:spcBef>
                <a:spcPts val="0"/>
              </a:spcBef>
              <a:spcAft>
                <a:spcPts val="0"/>
              </a:spcAft>
              <a:defRPr sz="1984" smtClean="0">
                <a:solidFill>
                  <a:schemeClr val="tx1">
                    <a:tint val="75000"/>
                  </a:schemeClr>
                </a:solidFill>
                <a:latin typeface="+mn-lt"/>
              </a:defRPr>
            </a:lvl1pPr>
          </a:lstStyle>
          <a:p>
            <a:pPr>
              <a:defRPr/>
            </a:pPr>
            <a:fld id="{954144C6-22DA-45A9-98AD-E178C7D31390}" type="datetimeFigureOut">
              <a:rPr lang="tr-TR"/>
              <a:pPr>
                <a:defRPr/>
              </a:pPr>
              <a:t>14.01.2026</a:t>
            </a:fld>
            <a:endParaRPr lang="tr-TR"/>
          </a:p>
        </p:txBody>
      </p:sp>
      <p:sp>
        <p:nvSpPr>
          <p:cNvPr id="5" name="Footer Placeholder 4"/>
          <p:cNvSpPr>
            <a:spLocks noGrp="1"/>
          </p:cNvSpPr>
          <p:nvPr>
            <p:ph type="ftr" sz="quarter" idx="3"/>
          </p:nvPr>
        </p:nvSpPr>
        <p:spPr>
          <a:xfrm>
            <a:off x="5008563" y="19819938"/>
            <a:ext cx="5102225" cy="1138237"/>
          </a:xfrm>
          <a:prstGeom prst="rect">
            <a:avLst/>
          </a:prstGeom>
        </p:spPr>
        <p:txBody>
          <a:bodyPr vert="horz" lIns="91440" tIns="45720" rIns="91440" bIns="45720" rtlCol="0" anchor="ctr"/>
          <a:lstStyle>
            <a:lvl1pPr algn="ctr" defTabSz="1752082" eaLnBrk="1" fontAlgn="auto" hangingPunct="1">
              <a:spcBef>
                <a:spcPts val="0"/>
              </a:spcBef>
              <a:spcAft>
                <a:spcPts val="0"/>
              </a:spcAft>
              <a:defRPr sz="1984">
                <a:solidFill>
                  <a:schemeClr val="tx1">
                    <a:tint val="75000"/>
                  </a:schemeClr>
                </a:solidFill>
                <a:latin typeface="+mn-lt"/>
              </a:defRPr>
            </a:lvl1pPr>
          </a:lstStyle>
          <a:p>
            <a:pPr>
              <a:defRPr/>
            </a:pPr>
            <a:endParaRPr lang="tr-TR"/>
          </a:p>
        </p:txBody>
      </p:sp>
      <p:sp>
        <p:nvSpPr>
          <p:cNvPr id="6" name="Slide Number Placeholder 5"/>
          <p:cNvSpPr>
            <a:spLocks noGrp="1"/>
          </p:cNvSpPr>
          <p:nvPr>
            <p:ph type="sldNum" sz="quarter" idx="4"/>
          </p:nvPr>
        </p:nvSpPr>
        <p:spPr>
          <a:xfrm>
            <a:off x="10677525" y="19819938"/>
            <a:ext cx="3402013" cy="1138237"/>
          </a:xfrm>
          <a:prstGeom prst="rect">
            <a:avLst/>
          </a:prstGeom>
        </p:spPr>
        <p:txBody>
          <a:bodyPr vert="horz" lIns="91440" tIns="45720" rIns="91440" bIns="45720" rtlCol="0" anchor="ctr"/>
          <a:lstStyle>
            <a:lvl1pPr algn="r" defTabSz="1752082" eaLnBrk="1" fontAlgn="auto" hangingPunct="1">
              <a:spcBef>
                <a:spcPts val="0"/>
              </a:spcBef>
              <a:spcAft>
                <a:spcPts val="0"/>
              </a:spcAft>
              <a:defRPr sz="1984" smtClean="0">
                <a:solidFill>
                  <a:schemeClr val="tx1">
                    <a:tint val="75000"/>
                  </a:schemeClr>
                </a:solidFill>
                <a:latin typeface="+mn-lt"/>
              </a:defRPr>
            </a:lvl1pPr>
          </a:lstStyle>
          <a:p>
            <a:pPr>
              <a:defRPr/>
            </a:pPr>
            <a:fld id="{D0754486-2D89-4EA7-942C-2578F47704EF}" type="slidenum">
              <a:rPr lang="tr-TR"/>
              <a:pPr>
                <a:defRPr/>
              </a:pPr>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300" rtl="0" eaLnBrk="1" fontAlgn="base" hangingPunct="1">
        <a:lnSpc>
          <a:spcPct val="90000"/>
        </a:lnSpc>
        <a:spcBef>
          <a:spcPct val="0"/>
        </a:spcBef>
        <a:spcAft>
          <a:spcPct val="0"/>
        </a:spcAft>
        <a:defRPr sz="7200" kern="1200">
          <a:solidFill>
            <a:schemeClr val="tx1"/>
          </a:solidFill>
          <a:latin typeface="+mj-lt"/>
          <a:ea typeface="+mj-ea"/>
          <a:cs typeface="+mj-cs"/>
        </a:defRPr>
      </a:lvl1pPr>
      <a:lvl2pPr algn="l" defTabSz="1511300" rtl="0" eaLnBrk="1" fontAlgn="base" hangingPunct="1">
        <a:lnSpc>
          <a:spcPct val="90000"/>
        </a:lnSpc>
        <a:spcBef>
          <a:spcPct val="0"/>
        </a:spcBef>
        <a:spcAft>
          <a:spcPct val="0"/>
        </a:spcAft>
        <a:defRPr sz="7200">
          <a:solidFill>
            <a:schemeClr val="tx1"/>
          </a:solidFill>
          <a:latin typeface="Calibri Light" panose="020F0302020204030204" pitchFamily="34" charset="0"/>
        </a:defRPr>
      </a:lvl2pPr>
      <a:lvl3pPr algn="l" defTabSz="1511300" rtl="0" eaLnBrk="1" fontAlgn="base" hangingPunct="1">
        <a:lnSpc>
          <a:spcPct val="90000"/>
        </a:lnSpc>
        <a:spcBef>
          <a:spcPct val="0"/>
        </a:spcBef>
        <a:spcAft>
          <a:spcPct val="0"/>
        </a:spcAft>
        <a:defRPr sz="7200">
          <a:solidFill>
            <a:schemeClr val="tx1"/>
          </a:solidFill>
          <a:latin typeface="Calibri Light" panose="020F0302020204030204" pitchFamily="34" charset="0"/>
        </a:defRPr>
      </a:lvl3pPr>
      <a:lvl4pPr algn="l" defTabSz="1511300" rtl="0" eaLnBrk="1" fontAlgn="base" hangingPunct="1">
        <a:lnSpc>
          <a:spcPct val="90000"/>
        </a:lnSpc>
        <a:spcBef>
          <a:spcPct val="0"/>
        </a:spcBef>
        <a:spcAft>
          <a:spcPct val="0"/>
        </a:spcAft>
        <a:defRPr sz="7200">
          <a:solidFill>
            <a:schemeClr val="tx1"/>
          </a:solidFill>
          <a:latin typeface="Calibri Light" panose="020F0302020204030204" pitchFamily="34" charset="0"/>
        </a:defRPr>
      </a:lvl4pPr>
      <a:lvl5pPr algn="l" defTabSz="1511300" rtl="0" eaLnBrk="1" fontAlgn="base" hangingPunct="1">
        <a:lnSpc>
          <a:spcPct val="90000"/>
        </a:lnSpc>
        <a:spcBef>
          <a:spcPct val="0"/>
        </a:spcBef>
        <a:spcAft>
          <a:spcPct val="0"/>
        </a:spcAft>
        <a:defRPr sz="7200">
          <a:solidFill>
            <a:schemeClr val="tx1"/>
          </a:solidFill>
          <a:latin typeface="Calibri Light" panose="020F0302020204030204" pitchFamily="34" charset="0"/>
        </a:defRPr>
      </a:lvl5pPr>
      <a:lvl6pPr marL="457200" algn="l" defTabSz="1511300" rtl="0" eaLnBrk="1" fontAlgn="base" hangingPunct="1">
        <a:lnSpc>
          <a:spcPct val="90000"/>
        </a:lnSpc>
        <a:spcBef>
          <a:spcPct val="0"/>
        </a:spcBef>
        <a:spcAft>
          <a:spcPct val="0"/>
        </a:spcAft>
        <a:defRPr sz="7200">
          <a:solidFill>
            <a:schemeClr val="tx1"/>
          </a:solidFill>
          <a:latin typeface="Calibri Light" panose="020F0302020204030204" pitchFamily="34" charset="0"/>
        </a:defRPr>
      </a:lvl6pPr>
      <a:lvl7pPr marL="914400" algn="l" defTabSz="1511300" rtl="0" eaLnBrk="1" fontAlgn="base" hangingPunct="1">
        <a:lnSpc>
          <a:spcPct val="90000"/>
        </a:lnSpc>
        <a:spcBef>
          <a:spcPct val="0"/>
        </a:spcBef>
        <a:spcAft>
          <a:spcPct val="0"/>
        </a:spcAft>
        <a:defRPr sz="7200">
          <a:solidFill>
            <a:schemeClr val="tx1"/>
          </a:solidFill>
          <a:latin typeface="Calibri Light" panose="020F0302020204030204" pitchFamily="34" charset="0"/>
        </a:defRPr>
      </a:lvl7pPr>
      <a:lvl8pPr marL="1371600" algn="l" defTabSz="1511300" rtl="0" eaLnBrk="1" fontAlgn="base" hangingPunct="1">
        <a:lnSpc>
          <a:spcPct val="90000"/>
        </a:lnSpc>
        <a:spcBef>
          <a:spcPct val="0"/>
        </a:spcBef>
        <a:spcAft>
          <a:spcPct val="0"/>
        </a:spcAft>
        <a:defRPr sz="7200">
          <a:solidFill>
            <a:schemeClr val="tx1"/>
          </a:solidFill>
          <a:latin typeface="Calibri Light" panose="020F0302020204030204" pitchFamily="34" charset="0"/>
        </a:defRPr>
      </a:lvl8pPr>
      <a:lvl9pPr marL="1828800" algn="l" defTabSz="1511300" rtl="0" eaLnBrk="1" fontAlgn="base" hangingPunct="1">
        <a:lnSpc>
          <a:spcPct val="90000"/>
        </a:lnSpc>
        <a:spcBef>
          <a:spcPct val="0"/>
        </a:spcBef>
        <a:spcAft>
          <a:spcPct val="0"/>
        </a:spcAft>
        <a:defRPr sz="7200">
          <a:solidFill>
            <a:schemeClr val="tx1"/>
          </a:solidFill>
          <a:latin typeface="Calibri Light" panose="020F0302020204030204" pitchFamily="34" charset="0"/>
        </a:defRPr>
      </a:lvl9pPr>
    </p:titleStyle>
    <p:bodyStyle>
      <a:lvl1pPr marL="377825" indent="-377825" algn="l" defTabSz="1511300" rtl="0" eaLnBrk="1" fontAlgn="base" hangingPunct="1">
        <a:lnSpc>
          <a:spcPct val="90000"/>
        </a:lnSpc>
        <a:spcBef>
          <a:spcPts val="1650"/>
        </a:spcBef>
        <a:spcAft>
          <a:spcPct val="0"/>
        </a:spcAft>
        <a:buFont typeface="Arial" panose="020B0604020202020204" pitchFamily="34" charset="0"/>
        <a:buChar char="•"/>
        <a:defRPr sz="4600" kern="1200">
          <a:solidFill>
            <a:schemeClr val="tx1"/>
          </a:solidFill>
          <a:latin typeface="+mn-lt"/>
          <a:ea typeface="+mn-ea"/>
          <a:cs typeface="+mn-cs"/>
        </a:defRPr>
      </a:lvl1pPr>
      <a:lvl2pPr marL="1133475" indent="-377825" algn="l" defTabSz="1511300" rtl="0" eaLnBrk="1" fontAlgn="base" hangingPunct="1">
        <a:lnSpc>
          <a:spcPct val="90000"/>
        </a:lnSpc>
        <a:spcBef>
          <a:spcPts val="825"/>
        </a:spcBef>
        <a:spcAft>
          <a:spcPct val="0"/>
        </a:spcAft>
        <a:buFont typeface="Arial" panose="020B0604020202020204" pitchFamily="34" charset="0"/>
        <a:buChar char="•"/>
        <a:defRPr sz="3900" kern="1200">
          <a:solidFill>
            <a:schemeClr val="tx1"/>
          </a:solidFill>
          <a:latin typeface="+mn-lt"/>
          <a:ea typeface="+mn-ea"/>
          <a:cs typeface="+mn-cs"/>
        </a:defRPr>
      </a:lvl2pPr>
      <a:lvl3pPr marL="1889125" indent="-377825" algn="l" defTabSz="1511300" rtl="0" eaLnBrk="1" fontAlgn="base" hangingPunct="1">
        <a:lnSpc>
          <a:spcPct val="90000"/>
        </a:lnSpc>
        <a:spcBef>
          <a:spcPts val="825"/>
        </a:spcBef>
        <a:spcAft>
          <a:spcPct val="0"/>
        </a:spcAft>
        <a:buFont typeface="Arial" panose="020B0604020202020204" pitchFamily="34" charset="0"/>
        <a:buChar char="•"/>
        <a:defRPr sz="3300" kern="1200">
          <a:solidFill>
            <a:schemeClr val="tx1"/>
          </a:solidFill>
          <a:latin typeface="+mn-lt"/>
          <a:ea typeface="+mn-ea"/>
          <a:cs typeface="+mn-cs"/>
        </a:defRPr>
      </a:lvl3pPr>
      <a:lvl4pPr marL="2644775" indent="-377825" algn="l" defTabSz="1511300" rtl="0" eaLnBrk="1" fontAlgn="base" hangingPunct="1">
        <a:lnSpc>
          <a:spcPct val="90000"/>
        </a:lnSpc>
        <a:spcBef>
          <a:spcPts val="825"/>
        </a:spcBef>
        <a:spcAft>
          <a:spcPct val="0"/>
        </a:spcAft>
        <a:buFont typeface="Arial" panose="020B0604020202020204" pitchFamily="34" charset="0"/>
        <a:buChar char="•"/>
        <a:defRPr sz="2900" kern="1200">
          <a:solidFill>
            <a:schemeClr val="tx1"/>
          </a:solidFill>
          <a:latin typeface="+mn-lt"/>
          <a:ea typeface="+mn-ea"/>
          <a:cs typeface="+mn-cs"/>
        </a:defRPr>
      </a:lvl4pPr>
      <a:lvl5pPr marL="3400425" indent="-377825" algn="l" defTabSz="1511300" rtl="0" eaLnBrk="1" fontAlgn="base" hangingPunct="1">
        <a:lnSpc>
          <a:spcPct val="90000"/>
        </a:lnSpc>
        <a:spcBef>
          <a:spcPts val="825"/>
        </a:spcBef>
        <a:spcAft>
          <a:spcPct val="0"/>
        </a:spcAft>
        <a:buFont typeface="Arial" panose="020B0604020202020204" pitchFamily="34" charset="0"/>
        <a:buChar char="•"/>
        <a:defRPr sz="2900"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6.png"/><Relationship Id="rId3" Type="http://schemas.openxmlformats.org/officeDocument/2006/relationships/hyperlink" Target="https://arxiv.org/pdf/1906.08172" TargetMode="External"/><Relationship Id="rId7" Type="http://schemas.openxmlformats.org/officeDocument/2006/relationships/image" Target="../media/image2.emf"/><Relationship Id="rId12" Type="http://schemas.openxmlformats.org/officeDocument/2006/relationships/image" Target="../media/image5.png"/><Relationship Id="rId2" Type="http://schemas.openxmlformats.org/officeDocument/2006/relationships/hyperlink" Target="https://www.stat.berkeley.edu/~breiman/randomforest2001.pdf" TargetMode="External"/><Relationship Id="rId1" Type="http://schemas.openxmlformats.org/officeDocument/2006/relationships/slideLayout" Target="../slideLayouts/slideLayout1.xml"/><Relationship Id="rId6" Type="http://schemas.openxmlformats.org/officeDocument/2006/relationships/customXml" Target="../ink/ink1.xml"/><Relationship Id="rId11" Type="http://schemas.openxmlformats.org/officeDocument/2006/relationships/image" Target="../media/image4.png"/><Relationship Id="rId5" Type="http://schemas.openxmlformats.org/officeDocument/2006/relationships/image" Target="../media/image1.png"/><Relationship Id="rId10" Type="http://schemas.openxmlformats.org/officeDocument/2006/relationships/image" Target="../media/image3.png"/><Relationship Id="rId4" Type="http://schemas.openxmlformats.org/officeDocument/2006/relationships/hyperlink" Target="https://www.istockphoto.com/tr/foto&#287;raf/amerikan-i%C5%9Faret-dili-gm960235324-262223334" TargetMode="External"/><Relationship Id="rId9" Type="http://schemas.openxmlformats.org/officeDocument/2006/relationships/image" Target="../media/image2.pn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38" name="AutoShape 122"/>
          <p:cNvSpPr>
            <a:spLocks noChangeArrowheads="1"/>
          </p:cNvSpPr>
          <p:nvPr/>
        </p:nvSpPr>
        <p:spPr bwMode="auto">
          <a:xfrm>
            <a:off x="7753349" y="18456080"/>
            <a:ext cx="7169150" cy="2572435"/>
          </a:xfrm>
          <a:prstGeom prst="roundRect">
            <a:avLst>
              <a:gd name="adj" fmla="val 2778"/>
            </a:avLst>
          </a:prstGeom>
          <a:solidFill>
            <a:srgbClr val="E6D0D7"/>
          </a:solidFill>
          <a:ln w="9525">
            <a:solidFill>
              <a:srgbClr val="333399"/>
            </a:solidFill>
            <a:round/>
            <a:headEnd/>
            <a:tailEnd/>
          </a:ln>
        </p:spPr>
        <p:txBody>
          <a:bodyPr lIns="0" tIns="0" rIns="0" bIns="0" anchor="ct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eaLnBrk="1" hangingPunct="1"/>
            <a:endParaRPr lang="tr-TR" altLang="tr-TR" sz="1400" dirty="0">
              <a:latin typeface="Arial" panose="020B0604020202020204" pitchFamily="34" charset="0"/>
            </a:endParaRPr>
          </a:p>
          <a:p>
            <a:pPr eaLnBrk="1" hangingPunct="1"/>
            <a:r>
              <a:rPr lang="tr-TR" sz="1400" dirty="0">
                <a:latin typeface="Arial" panose="020B0604020202020204" pitchFamily="34" charset="0"/>
                <a:cs typeface="Arial" panose="020B0604020202020204" pitchFamily="34" charset="0"/>
              </a:rPr>
              <a:t>✔ </a:t>
            </a:r>
            <a:r>
              <a:rPr lang="en-US" altLang="tr-TR" sz="1400" dirty="0" err="1">
                <a:latin typeface="Arial" panose="020B0604020202020204" pitchFamily="34" charset="0"/>
              </a:rPr>
              <a:t>Breiman</a:t>
            </a:r>
            <a:r>
              <a:rPr lang="en-US" altLang="tr-TR" sz="1400" dirty="0">
                <a:latin typeface="Arial" panose="020B0604020202020204" pitchFamily="34" charset="0"/>
              </a:rPr>
              <a:t>, L. (2001). Random forests. Machine Learning, 45(1), 5–32.</a:t>
            </a:r>
            <a:r>
              <a:rPr lang="en-US" altLang="tr-TR" sz="1400" dirty="0">
                <a:latin typeface="Arial" panose="020B0604020202020204" pitchFamily="34" charset="0"/>
                <a:hlinkClick r:id="rId2"/>
              </a:rPr>
              <a:t> </a:t>
            </a:r>
            <a:r>
              <a:rPr lang="tr-TR" altLang="tr-TR" sz="1400" dirty="0">
                <a:latin typeface="Arial" panose="020B0604020202020204" pitchFamily="34" charset="0"/>
                <a:hlinkClick r:id="rId2"/>
              </a:rPr>
              <a:t>     </a:t>
            </a:r>
          </a:p>
          <a:p>
            <a:pPr eaLnBrk="1" hangingPunct="1"/>
            <a:r>
              <a:rPr lang="tr-TR" altLang="tr-TR" sz="1400" dirty="0">
                <a:latin typeface="Arial" panose="020B0604020202020204" pitchFamily="34" charset="0"/>
                <a:hlinkClick r:id="rId2"/>
              </a:rPr>
              <a:t>      </a:t>
            </a:r>
            <a:r>
              <a:rPr lang="en-US" altLang="tr-TR" sz="1400" dirty="0">
                <a:latin typeface="Arial" panose="020B0604020202020204" pitchFamily="34" charset="0"/>
                <a:hlinkClick r:id="rId2"/>
              </a:rPr>
              <a:t>https://www.stat.berkeley.edu/~breiman/randomforest2001.pdf</a:t>
            </a:r>
            <a:r>
              <a:rPr lang="tr-TR" altLang="tr-TR" sz="1400" dirty="0">
                <a:latin typeface="Arial" panose="020B0604020202020204" pitchFamily="34" charset="0"/>
              </a:rPr>
              <a:t> </a:t>
            </a:r>
          </a:p>
          <a:p>
            <a:pPr eaLnBrk="1" hangingPunct="1"/>
            <a:endParaRPr lang="tr-TR" altLang="tr-TR" sz="1400" dirty="0">
              <a:latin typeface="Arial" panose="020B0604020202020204" pitchFamily="34" charset="0"/>
            </a:endParaRPr>
          </a:p>
          <a:p>
            <a:pPr eaLnBrk="1" hangingPunct="1"/>
            <a:r>
              <a:rPr lang="tr-TR" sz="1400" dirty="0">
                <a:latin typeface="Arial" panose="020B0604020202020204" pitchFamily="34" charset="0"/>
                <a:cs typeface="Arial" panose="020B0604020202020204" pitchFamily="34" charset="0"/>
              </a:rPr>
              <a:t>✔ </a:t>
            </a:r>
            <a:r>
              <a:rPr lang="en-US" altLang="tr-TR" sz="1400" dirty="0" err="1">
                <a:latin typeface="Arial" panose="020B0604020202020204" pitchFamily="34" charset="0"/>
              </a:rPr>
              <a:t>Lugaresi</a:t>
            </a:r>
            <a:r>
              <a:rPr lang="en-US" altLang="tr-TR" sz="1400" dirty="0">
                <a:latin typeface="Arial" panose="020B0604020202020204" pitchFamily="34" charset="0"/>
              </a:rPr>
              <a:t>, C., Tang, J., Nash, H., et al. (2019). </a:t>
            </a:r>
            <a:r>
              <a:rPr lang="en-US" altLang="tr-TR" sz="1400" dirty="0" err="1">
                <a:latin typeface="Arial" panose="020B0604020202020204" pitchFamily="34" charset="0"/>
              </a:rPr>
              <a:t>MediaPipe</a:t>
            </a:r>
            <a:r>
              <a:rPr lang="en-US" altLang="tr-TR" sz="1400" dirty="0">
                <a:latin typeface="Arial" panose="020B0604020202020204" pitchFamily="34" charset="0"/>
              </a:rPr>
              <a:t>: A framework for building perception pipelines.</a:t>
            </a:r>
            <a:r>
              <a:rPr lang="tr-TR" altLang="tr-TR" sz="1400" dirty="0">
                <a:latin typeface="Arial" panose="020B0604020202020204" pitchFamily="34" charset="0"/>
              </a:rPr>
              <a:t> </a:t>
            </a:r>
          </a:p>
          <a:p>
            <a:pPr eaLnBrk="1" hangingPunct="1"/>
            <a:r>
              <a:rPr lang="tr-TR" altLang="tr-TR" sz="1400" b="1" dirty="0">
                <a:latin typeface="Arial" panose="020B0604020202020204" pitchFamily="34" charset="0"/>
                <a:hlinkClick r:id="rId3"/>
              </a:rPr>
              <a:t>      https://arxiv.org/pdf/1906.08172</a:t>
            </a:r>
            <a:endParaRPr lang="tr-TR" altLang="tr-TR" sz="1400" b="1" dirty="0">
              <a:latin typeface="Arial" panose="020B0604020202020204" pitchFamily="34" charset="0"/>
            </a:endParaRPr>
          </a:p>
          <a:p>
            <a:pPr eaLnBrk="1" hangingPunct="1"/>
            <a:endParaRPr lang="tr-TR" altLang="tr-TR" sz="1400" dirty="0">
              <a:latin typeface="Arial" panose="020B0604020202020204" pitchFamily="34" charset="0"/>
            </a:endParaRPr>
          </a:p>
          <a:p>
            <a:pPr eaLnBrk="1" hangingPunct="1"/>
            <a:r>
              <a:rPr lang="tr-TR" sz="1400" dirty="0">
                <a:latin typeface="Arial" panose="020B0604020202020204" pitchFamily="34" charset="0"/>
                <a:cs typeface="Arial" panose="020B0604020202020204" pitchFamily="34" charset="0"/>
              </a:rPr>
              <a:t>✔ </a:t>
            </a:r>
            <a:r>
              <a:rPr lang="en-US" altLang="tr-TR" sz="1400" dirty="0">
                <a:latin typeface="Arial" panose="020B0604020202020204" pitchFamily="34" charset="0"/>
              </a:rPr>
              <a:t>iStock. (2018). American Sign Language hand gestures. </a:t>
            </a:r>
          </a:p>
          <a:p>
            <a:pPr eaLnBrk="1" hangingPunct="1"/>
            <a:r>
              <a:rPr lang="en-US" altLang="tr-TR" sz="1400" dirty="0">
                <a:latin typeface="Arial" panose="020B0604020202020204" pitchFamily="34" charset="0"/>
              </a:rPr>
              <a:t>Retrieved from </a:t>
            </a:r>
            <a:r>
              <a:rPr lang="en-US" altLang="tr-TR" sz="1400" b="1" dirty="0">
                <a:latin typeface="Arial" panose="020B0604020202020204" pitchFamily="34" charset="0"/>
                <a:hlinkClick r:id="rId4"/>
              </a:rPr>
              <a:t>https://www.istockphoto.com/tr/fotoğraf/amerikan-i%C5%9Faret-dili-gm960235324-262223334</a:t>
            </a:r>
            <a:r>
              <a:rPr lang="tr-TR" altLang="tr-TR" sz="1400" b="1" dirty="0">
                <a:latin typeface="Arial" panose="020B0604020202020204" pitchFamily="34" charset="0"/>
              </a:rPr>
              <a:t> </a:t>
            </a:r>
          </a:p>
          <a:p>
            <a:pPr eaLnBrk="1" hangingPunct="1"/>
            <a:endParaRPr lang="tr-TR" altLang="tr-TR" sz="1400" b="1" dirty="0">
              <a:latin typeface="Arial" panose="020B0604020202020204" pitchFamily="34" charset="0"/>
            </a:endParaRPr>
          </a:p>
        </p:txBody>
      </p:sp>
      <p:sp>
        <p:nvSpPr>
          <p:cNvPr id="37" name="AutoShape 122"/>
          <p:cNvSpPr>
            <a:spLocks noChangeArrowheads="1"/>
          </p:cNvSpPr>
          <p:nvPr/>
        </p:nvSpPr>
        <p:spPr bwMode="auto">
          <a:xfrm>
            <a:off x="7791450" y="16243950"/>
            <a:ext cx="7169150" cy="1664545"/>
          </a:xfrm>
          <a:prstGeom prst="roundRect">
            <a:avLst>
              <a:gd name="adj" fmla="val 2778"/>
            </a:avLst>
          </a:prstGeom>
          <a:solidFill>
            <a:srgbClr val="E6D0D7"/>
          </a:solidFill>
          <a:ln w="9525">
            <a:solidFill>
              <a:srgbClr val="333399"/>
            </a:solidFill>
            <a:round/>
            <a:headEnd/>
            <a:tailEnd/>
          </a:ln>
        </p:spPr>
        <p:txBody>
          <a:bodyPr lIns="0" tIns="0" rIns="0" bIns="0" anchor="ct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eaLnBrk="1" hangingPunct="1"/>
            <a:endParaRPr lang="tr-TR" altLang="tr-TR" sz="1400" b="1" dirty="0">
              <a:latin typeface="Arial" panose="020B0604020202020204" pitchFamily="34" charset="0"/>
            </a:endParaRPr>
          </a:p>
        </p:txBody>
      </p:sp>
      <p:pic>
        <p:nvPicPr>
          <p:cNvPr id="2050" name="Resim 71"/>
          <p:cNvPicPr>
            <a:picLocks noChangeAspect="1"/>
          </p:cNvPicPr>
          <p:nvPr/>
        </p:nvPicPr>
        <p:blipFill>
          <a:blip r:embed="rId5">
            <a:extLst>
              <a:ext uri="{28A0092B-C50C-407E-A947-70E740481C1C}">
                <a14:useLocalDpi xmlns:a14="http://schemas.microsoft.com/office/drawing/2010/main" val="0"/>
              </a:ext>
            </a:extLst>
          </a:blip>
          <a:srcRect b="36490"/>
          <a:stretch>
            <a:fillRect/>
          </a:stretch>
        </p:blipFill>
        <p:spPr bwMode="auto">
          <a:xfrm>
            <a:off x="0" y="0"/>
            <a:ext cx="15122525"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AutoShape 122"/>
          <p:cNvSpPr>
            <a:spLocks noChangeArrowheads="1"/>
          </p:cNvSpPr>
          <p:nvPr/>
        </p:nvSpPr>
        <p:spPr bwMode="auto">
          <a:xfrm>
            <a:off x="7773987" y="3821880"/>
            <a:ext cx="7127875" cy="9024598"/>
          </a:xfrm>
          <a:prstGeom prst="roundRect">
            <a:avLst>
              <a:gd name="adj" fmla="val 2778"/>
            </a:avLst>
          </a:prstGeom>
          <a:solidFill>
            <a:srgbClr val="E6D0D7">
              <a:alpha val="87057"/>
            </a:srgbClr>
          </a:solidFill>
          <a:ln w="9525">
            <a:solidFill>
              <a:srgbClr val="333399"/>
            </a:solidFill>
            <a:round/>
            <a:headEnd/>
            <a:tailEnd/>
          </a:ln>
        </p:spPr>
        <p:txBody>
          <a:bodyPr lIns="0" tIns="0" rIns="0" bIns="0" anchor="ct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eaLnBrk="1" hangingPunct="1"/>
            <a:endParaRPr lang="tr-TR" altLang="tr-TR" sz="1400" b="1" dirty="0">
              <a:latin typeface="Arial" panose="020B0604020202020204" pitchFamily="34" charset="0"/>
            </a:endParaRPr>
          </a:p>
        </p:txBody>
      </p:sp>
      <p:sp>
        <p:nvSpPr>
          <p:cNvPr id="2054" name="AutoShape 122"/>
          <p:cNvSpPr>
            <a:spLocks noChangeArrowheads="1"/>
          </p:cNvSpPr>
          <p:nvPr/>
        </p:nvSpPr>
        <p:spPr bwMode="auto">
          <a:xfrm>
            <a:off x="212026" y="11373914"/>
            <a:ext cx="7169150" cy="9773326"/>
          </a:xfrm>
          <a:prstGeom prst="roundRect">
            <a:avLst>
              <a:gd name="adj" fmla="val 2778"/>
            </a:avLst>
          </a:prstGeom>
          <a:solidFill>
            <a:srgbClr val="E6D0D7"/>
          </a:solidFill>
          <a:ln w="9525">
            <a:solidFill>
              <a:srgbClr val="333399"/>
            </a:solidFill>
            <a:round/>
            <a:headEnd/>
            <a:tailEnd/>
          </a:ln>
        </p:spPr>
        <p:txBody>
          <a:bodyPr lIns="0" tIns="0" rIns="0" bIns="0" anchor="ct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eaLnBrk="1" hangingPunct="1"/>
            <a:endParaRPr lang="tr-TR" altLang="tr-TR" sz="1400" b="1" dirty="0">
              <a:latin typeface="Arial" panose="020B0604020202020204" pitchFamily="34" charset="0"/>
            </a:endParaRPr>
          </a:p>
        </p:txBody>
      </p:sp>
      <p:sp>
        <p:nvSpPr>
          <p:cNvPr id="2056" name="AutoShape 122"/>
          <p:cNvSpPr>
            <a:spLocks noChangeArrowheads="1"/>
          </p:cNvSpPr>
          <p:nvPr/>
        </p:nvSpPr>
        <p:spPr bwMode="auto">
          <a:xfrm>
            <a:off x="155511" y="3843113"/>
            <a:ext cx="7169150" cy="2441264"/>
          </a:xfrm>
          <a:prstGeom prst="roundRect">
            <a:avLst>
              <a:gd name="adj" fmla="val 2778"/>
            </a:avLst>
          </a:prstGeom>
          <a:solidFill>
            <a:srgbClr val="E6D0D7"/>
          </a:solidFill>
          <a:ln w="9525">
            <a:solidFill>
              <a:srgbClr val="333399"/>
            </a:solidFill>
            <a:round/>
            <a:headEnd/>
            <a:tailEnd/>
          </a:ln>
        </p:spPr>
        <p:txBody>
          <a:bodyPr lIns="0" tIns="0" rIns="0" bIns="0" anchor="ct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eaLnBrk="1" hangingPunct="1"/>
            <a:endParaRPr lang="tr-TR" altLang="tr-TR" sz="1400" b="1">
              <a:latin typeface="Arial" panose="020B0604020202020204" pitchFamily="34" charset="0"/>
            </a:endParaRPr>
          </a:p>
        </p:txBody>
      </p:sp>
      <p:sp>
        <p:nvSpPr>
          <p:cNvPr id="79" name="AutoShape 88"/>
          <p:cNvSpPr>
            <a:spLocks noChangeArrowheads="1"/>
          </p:cNvSpPr>
          <p:nvPr/>
        </p:nvSpPr>
        <p:spPr bwMode="auto">
          <a:xfrm>
            <a:off x="241300" y="265113"/>
            <a:ext cx="14657388" cy="3036887"/>
          </a:xfrm>
          <a:prstGeom prst="roundRect">
            <a:avLst>
              <a:gd name="adj" fmla="val 3722"/>
            </a:avLst>
          </a:prstGeom>
          <a:noFill/>
          <a:ln>
            <a:noFill/>
          </a:ln>
          <a:effectLst>
            <a:glow rad="1270000">
              <a:schemeClr val="accent1">
                <a:alpha val="40000"/>
              </a:schemeClr>
            </a:glow>
            <a:softEdge rad="1041400"/>
          </a:effectLst>
        </p:spPr>
        <p:txBody>
          <a:bodyPr lIns="0" tIns="0" rIns="0" bIns="0" anchor="ct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pPr defTabSz="1752082" eaLnBrk="1" fontAlgn="auto" hangingPunct="1">
              <a:spcBef>
                <a:spcPts val="0"/>
              </a:spcBef>
              <a:spcAft>
                <a:spcPts val="0"/>
              </a:spcAft>
              <a:defRPr/>
            </a:pPr>
            <a:endParaRPr lang="tr-TR" altLang="tr-TR"/>
          </a:p>
        </p:txBody>
      </p:sp>
      <p:sp>
        <p:nvSpPr>
          <p:cNvPr id="2060" name="Text Box 25"/>
          <p:cNvSpPr txBox="1">
            <a:spLocks noChangeArrowheads="1"/>
          </p:cNvSpPr>
          <p:nvPr/>
        </p:nvSpPr>
        <p:spPr bwMode="auto">
          <a:xfrm>
            <a:off x="884396" y="161402"/>
            <a:ext cx="1360455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2135188">
              <a:defRPr sz="3400">
                <a:solidFill>
                  <a:schemeClr val="tx1"/>
                </a:solidFill>
                <a:latin typeface="Calibri" panose="020F0502020204030204" pitchFamily="34" charset="0"/>
              </a:defRPr>
            </a:lvl1pPr>
            <a:lvl2pPr marL="742950" indent="-285750" defTabSz="2135188">
              <a:defRPr sz="3400">
                <a:solidFill>
                  <a:schemeClr val="tx1"/>
                </a:solidFill>
                <a:latin typeface="Calibri" panose="020F0502020204030204" pitchFamily="34" charset="0"/>
              </a:defRPr>
            </a:lvl2pPr>
            <a:lvl3pPr marL="1143000" indent="-228600" defTabSz="2135188">
              <a:defRPr sz="3400">
                <a:solidFill>
                  <a:schemeClr val="tx1"/>
                </a:solidFill>
                <a:latin typeface="Calibri" panose="020F0502020204030204" pitchFamily="34" charset="0"/>
              </a:defRPr>
            </a:lvl3pPr>
            <a:lvl4pPr marL="1600200" indent="-228600" defTabSz="2135188">
              <a:defRPr sz="3400">
                <a:solidFill>
                  <a:schemeClr val="tx1"/>
                </a:solidFill>
                <a:latin typeface="Calibri" panose="020F0502020204030204" pitchFamily="34" charset="0"/>
              </a:defRPr>
            </a:lvl4pPr>
            <a:lvl5pPr marL="2057400" indent="-228600" defTabSz="2135188">
              <a:defRPr sz="3400">
                <a:solidFill>
                  <a:schemeClr val="tx1"/>
                </a:solidFill>
                <a:latin typeface="Calibri" panose="020F0502020204030204" pitchFamily="34" charset="0"/>
              </a:defRPr>
            </a:lvl5pPr>
            <a:lvl6pPr marL="2514600" indent="-228600" defTabSz="2135188" fontAlgn="base">
              <a:spcBef>
                <a:spcPct val="0"/>
              </a:spcBef>
              <a:spcAft>
                <a:spcPct val="0"/>
              </a:spcAft>
              <a:defRPr sz="3400">
                <a:solidFill>
                  <a:schemeClr val="tx1"/>
                </a:solidFill>
                <a:latin typeface="Calibri" panose="020F0502020204030204" pitchFamily="34" charset="0"/>
              </a:defRPr>
            </a:lvl6pPr>
            <a:lvl7pPr marL="2971800" indent="-228600" defTabSz="2135188" fontAlgn="base">
              <a:spcBef>
                <a:spcPct val="0"/>
              </a:spcBef>
              <a:spcAft>
                <a:spcPct val="0"/>
              </a:spcAft>
              <a:defRPr sz="3400">
                <a:solidFill>
                  <a:schemeClr val="tx1"/>
                </a:solidFill>
                <a:latin typeface="Calibri" panose="020F0502020204030204" pitchFamily="34" charset="0"/>
              </a:defRPr>
            </a:lvl7pPr>
            <a:lvl8pPr marL="3429000" indent="-228600" defTabSz="2135188" fontAlgn="base">
              <a:spcBef>
                <a:spcPct val="0"/>
              </a:spcBef>
              <a:spcAft>
                <a:spcPct val="0"/>
              </a:spcAft>
              <a:defRPr sz="3400">
                <a:solidFill>
                  <a:schemeClr val="tx1"/>
                </a:solidFill>
                <a:latin typeface="Calibri" panose="020F0502020204030204" pitchFamily="34" charset="0"/>
              </a:defRPr>
            </a:lvl8pPr>
            <a:lvl9pPr marL="3886200" indent="-228600" defTabSz="2135188" fontAlgn="base">
              <a:spcBef>
                <a:spcPct val="0"/>
              </a:spcBef>
              <a:spcAft>
                <a:spcPct val="0"/>
              </a:spcAft>
              <a:defRPr sz="3400">
                <a:solidFill>
                  <a:schemeClr val="tx1"/>
                </a:solidFill>
                <a:latin typeface="Calibri" panose="020F0502020204030204" pitchFamily="34" charset="0"/>
              </a:defRPr>
            </a:lvl9pPr>
          </a:lstStyle>
          <a:p>
            <a:pPr algn="ctr" eaLnBrk="1" hangingPunct="1">
              <a:spcBef>
                <a:spcPct val="50000"/>
              </a:spcBef>
            </a:pPr>
            <a:r>
              <a:rPr lang="en-US" sz="4000" b="1" i="1" dirty="0">
                <a:latin typeface="Arial" panose="020B0604020202020204" pitchFamily="34" charset="0"/>
                <a:cs typeface="Arial" panose="020B0604020202020204" pitchFamily="34" charset="0"/>
              </a:rPr>
              <a:t>Real-Time </a:t>
            </a:r>
            <a:r>
              <a:rPr lang="tr-TR" sz="4000" b="1" i="1" dirty="0">
                <a:latin typeface="Arial" panose="020B0604020202020204" pitchFamily="34" charset="0"/>
                <a:cs typeface="Arial" panose="020B0604020202020204" pitchFamily="34" charset="0"/>
              </a:rPr>
              <a:t>ASL </a:t>
            </a:r>
            <a:r>
              <a:rPr lang="en-US" sz="4000" b="1" i="1" dirty="0">
                <a:latin typeface="Arial" panose="020B0604020202020204" pitchFamily="34" charset="0"/>
                <a:cs typeface="Arial" panose="020B0604020202020204" pitchFamily="34" charset="0"/>
              </a:rPr>
              <a:t>Recognition Using Hand Landmarks </a:t>
            </a:r>
            <a:endParaRPr lang="en-US" altLang="tr-TR" sz="4800" b="1" i="1" dirty="0">
              <a:latin typeface="Arial" panose="020B0604020202020204" pitchFamily="34" charset="0"/>
              <a:cs typeface="Arial" panose="020B0604020202020204" pitchFamily="34" charset="0"/>
            </a:endParaRPr>
          </a:p>
        </p:txBody>
      </p:sp>
      <p:sp>
        <p:nvSpPr>
          <p:cNvPr id="2061" name="AutoShape 35"/>
          <p:cNvSpPr>
            <a:spLocks noChangeArrowheads="1"/>
          </p:cNvSpPr>
          <p:nvPr/>
        </p:nvSpPr>
        <p:spPr bwMode="auto">
          <a:xfrm>
            <a:off x="155511" y="3358071"/>
            <a:ext cx="7169150" cy="520700"/>
          </a:xfrm>
          <a:prstGeom prst="roundRect">
            <a:avLst>
              <a:gd name="adj" fmla="val 16667"/>
            </a:avLst>
          </a:prstGeom>
          <a:solidFill>
            <a:srgbClr val="E20813"/>
          </a:solidFill>
          <a:ln w="9525" algn="ctr">
            <a:solidFill>
              <a:srgbClr val="000099"/>
            </a:solidFill>
            <a:round/>
            <a:headEnd/>
            <a:tailEnd/>
          </a:ln>
        </p:spPr>
        <p:txBody>
          <a:bodyPr lIns="38933" tIns="38933" rIns="38933" bIns="38933" anchor="ctr">
            <a:spAutoFit/>
          </a:bodyPr>
          <a:lstStyle>
            <a:lvl1pPr defTabSz="2135188">
              <a:defRPr sz="3400">
                <a:solidFill>
                  <a:schemeClr val="tx1"/>
                </a:solidFill>
                <a:latin typeface="Calibri" panose="020F0502020204030204" pitchFamily="34" charset="0"/>
              </a:defRPr>
            </a:lvl1pPr>
            <a:lvl2pPr marL="742950" indent="-285750" defTabSz="2135188">
              <a:defRPr sz="3400">
                <a:solidFill>
                  <a:schemeClr val="tx1"/>
                </a:solidFill>
                <a:latin typeface="Calibri" panose="020F0502020204030204" pitchFamily="34" charset="0"/>
              </a:defRPr>
            </a:lvl2pPr>
            <a:lvl3pPr marL="1143000" indent="-228600" defTabSz="2135188">
              <a:defRPr sz="3400">
                <a:solidFill>
                  <a:schemeClr val="tx1"/>
                </a:solidFill>
                <a:latin typeface="Calibri" panose="020F0502020204030204" pitchFamily="34" charset="0"/>
              </a:defRPr>
            </a:lvl3pPr>
            <a:lvl4pPr marL="1600200" indent="-228600" defTabSz="2135188">
              <a:defRPr sz="3400">
                <a:solidFill>
                  <a:schemeClr val="tx1"/>
                </a:solidFill>
                <a:latin typeface="Calibri" panose="020F0502020204030204" pitchFamily="34" charset="0"/>
              </a:defRPr>
            </a:lvl4pPr>
            <a:lvl5pPr marL="2057400" indent="-228600" defTabSz="2135188">
              <a:defRPr sz="3400">
                <a:solidFill>
                  <a:schemeClr val="tx1"/>
                </a:solidFill>
                <a:latin typeface="Calibri" panose="020F0502020204030204" pitchFamily="34" charset="0"/>
              </a:defRPr>
            </a:lvl5pPr>
            <a:lvl6pPr marL="2514600" indent="-228600" defTabSz="2135188" fontAlgn="base">
              <a:spcBef>
                <a:spcPct val="0"/>
              </a:spcBef>
              <a:spcAft>
                <a:spcPct val="0"/>
              </a:spcAft>
              <a:defRPr sz="3400">
                <a:solidFill>
                  <a:schemeClr val="tx1"/>
                </a:solidFill>
                <a:latin typeface="Calibri" panose="020F0502020204030204" pitchFamily="34" charset="0"/>
              </a:defRPr>
            </a:lvl6pPr>
            <a:lvl7pPr marL="2971800" indent="-228600" defTabSz="2135188" fontAlgn="base">
              <a:spcBef>
                <a:spcPct val="0"/>
              </a:spcBef>
              <a:spcAft>
                <a:spcPct val="0"/>
              </a:spcAft>
              <a:defRPr sz="3400">
                <a:solidFill>
                  <a:schemeClr val="tx1"/>
                </a:solidFill>
                <a:latin typeface="Calibri" panose="020F0502020204030204" pitchFamily="34" charset="0"/>
              </a:defRPr>
            </a:lvl7pPr>
            <a:lvl8pPr marL="3429000" indent="-228600" defTabSz="2135188" fontAlgn="base">
              <a:spcBef>
                <a:spcPct val="0"/>
              </a:spcBef>
              <a:spcAft>
                <a:spcPct val="0"/>
              </a:spcAft>
              <a:defRPr sz="3400">
                <a:solidFill>
                  <a:schemeClr val="tx1"/>
                </a:solidFill>
                <a:latin typeface="Calibri" panose="020F0502020204030204" pitchFamily="34" charset="0"/>
              </a:defRPr>
            </a:lvl8pPr>
            <a:lvl9pPr marL="3886200" indent="-228600" defTabSz="2135188" fontAlgn="base">
              <a:spcBef>
                <a:spcPct val="0"/>
              </a:spcBef>
              <a:spcAft>
                <a:spcPct val="0"/>
              </a:spcAft>
              <a:defRPr sz="3400">
                <a:solidFill>
                  <a:schemeClr val="tx1"/>
                </a:solidFill>
                <a:latin typeface="Calibri" panose="020F0502020204030204" pitchFamily="34" charset="0"/>
              </a:defRPr>
            </a:lvl9pPr>
          </a:lstStyle>
          <a:p>
            <a:pPr algn="ctr" eaLnBrk="1" hangingPunct="1"/>
            <a:r>
              <a:rPr lang="en-US" altLang="tr-TR" sz="2500" b="1" dirty="0">
                <a:solidFill>
                  <a:schemeClr val="bg1"/>
                </a:solidFill>
                <a:latin typeface="Arial" panose="020B0604020202020204" pitchFamily="34" charset="0"/>
              </a:rPr>
              <a:t>Introduction</a:t>
            </a:r>
          </a:p>
        </p:txBody>
      </p:sp>
      <p:sp>
        <p:nvSpPr>
          <p:cNvPr id="2062" name="Text Box 56"/>
          <p:cNvSpPr txBox="1">
            <a:spLocks noChangeArrowheads="1"/>
          </p:cNvSpPr>
          <p:nvPr/>
        </p:nvSpPr>
        <p:spPr bwMode="auto">
          <a:xfrm>
            <a:off x="2360613" y="744538"/>
            <a:ext cx="10861675"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algn="ctr" eaLnBrk="1" hangingPunct="1"/>
            <a:r>
              <a:rPr lang="tr-TR" altLang="tr-TR" sz="2000" dirty="0">
                <a:latin typeface="Arial" panose="020B0604020202020204" pitchFamily="34" charset="0"/>
              </a:rPr>
              <a:t>Kübrasultan KÖSE</a:t>
            </a:r>
          </a:p>
          <a:p>
            <a:pPr algn="ctr" eaLnBrk="1" hangingPunct="1"/>
            <a:r>
              <a:rPr lang="en-US" altLang="tr-TR" sz="2000" i="1" dirty="0">
                <a:latin typeface="Arial" panose="020B0604020202020204" pitchFamily="34" charset="0"/>
              </a:rPr>
              <a:t>Department of </a:t>
            </a:r>
            <a:r>
              <a:rPr lang="tr-TR" altLang="tr-TR" sz="2000" i="1" dirty="0" err="1">
                <a:latin typeface="Arial" panose="020B0604020202020204" pitchFamily="34" charset="0"/>
              </a:rPr>
              <a:t>Computer</a:t>
            </a:r>
            <a:r>
              <a:rPr lang="tr-TR" altLang="tr-TR" sz="2000" i="1" dirty="0">
                <a:latin typeface="Arial" panose="020B0604020202020204" pitchFamily="34" charset="0"/>
              </a:rPr>
              <a:t> </a:t>
            </a:r>
            <a:r>
              <a:rPr lang="tr-TR" altLang="tr-TR" sz="2000" i="1" dirty="0" err="1">
                <a:latin typeface="Arial" panose="020B0604020202020204" pitchFamily="34" charset="0"/>
              </a:rPr>
              <a:t>Engineering</a:t>
            </a:r>
            <a:r>
              <a:rPr lang="tr-TR" altLang="tr-TR" sz="2000" dirty="0">
                <a:latin typeface="Arial" panose="020B0604020202020204" pitchFamily="34" charset="0"/>
              </a:rPr>
              <a:t> </a:t>
            </a:r>
          </a:p>
          <a:p>
            <a:pPr algn="ctr" eaLnBrk="1" hangingPunct="1"/>
            <a:r>
              <a:rPr lang="en-US" altLang="tr-TR" sz="2000" dirty="0">
                <a:latin typeface="Arial" panose="020B0604020202020204" pitchFamily="34" charset="0"/>
              </a:rPr>
              <a:t>Adana, Turkey</a:t>
            </a:r>
            <a:endParaRPr lang="tr-TR" altLang="tr-TR" sz="2000" dirty="0">
              <a:latin typeface="Arial" panose="020B0604020202020204" pitchFamily="34" charset="0"/>
            </a:endParaRPr>
          </a:p>
          <a:p>
            <a:pPr algn="ctr" eaLnBrk="1" hangingPunct="1"/>
            <a:r>
              <a:rPr lang="tr-TR" altLang="tr-TR" sz="2000" dirty="0">
                <a:latin typeface="Arial" panose="020B0604020202020204" pitchFamily="34" charset="0"/>
              </a:rPr>
              <a:t>200101009@ogr.atu.edu.tr</a:t>
            </a:r>
          </a:p>
          <a:p>
            <a:pPr algn="ctr" eaLnBrk="1" hangingPunct="1"/>
            <a:endParaRPr lang="tr-TR" altLang="tr-TR" sz="2000" dirty="0">
              <a:latin typeface="Arial" panose="020B0604020202020204" pitchFamily="34" charset="0"/>
            </a:endParaRPr>
          </a:p>
        </p:txBody>
      </p:sp>
      <p:sp>
        <p:nvSpPr>
          <p:cNvPr id="2063" name="AutoShape 70"/>
          <p:cNvSpPr>
            <a:spLocks noChangeArrowheads="1"/>
          </p:cNvSpPr>
          <p:nvPr/>
        </p:nvSpPr>
        <p:spPr bwMode="auto">
          <a:xfrm>
            <a:off x="257183" y="10967382"/>
            <a:ext cx="7192962" cy="512639"/>
          </a:xfrm>
          <a:prstGeom prst="roundRect">
            <a:avLst>
              <a:gd name="adj" fmla="val 16667"/>
            </a:avLst>
          </a:prstGeom>
          <a:solidFill>
            <a:srgbClr val="E20813"/>
          </a:solidFill>
          <a:ln>
            <a:noFill/>
          </a:ln>
          <a:extLst>
            <a:ext uri="{91240B29-F687-4F45-9708-019B960494DF}">
              <a14:hiddenLine xmlns:a14="http://schemas.microsoft.com/office/drawing/2010/main" w="9525" algn="ctr">
                <a:solidFill>
                  <a:srgbClr val="000000"/>
                </a:solidFill>
                <a:round/>
                <a:headEnd/>
                <a:tailEnd/>
              </a14:hiddenLine>
            </a:ext>
          </a:extLst>
        </p:spPr>
        <p:txBody>
          <a:bodyPr lIns="38933" tIns="38933" rIns="38933" bIns="38933" anchor="ctr">
            <a:spAutoFit/>
          </a:bodyPr>
          <a:lstStyle>
            <a:lvl1pPr defTabSz="2135188">
              <a:defRPr sz="3400">
                <a:solidFill>
                  <a:schemeClr val="tx1"/>
                </a:solidFill>
                <a:latin typeface="Calibri" panose="020F0502020204030204" pitchFamily="34" charset="0"/>
              </a:defRPr>
            </a:lvl1pPr>
            <a:lvl2pPr marL="742950" indent="-285750" defTabSz="2135188">
              <a:defRPr sz="3400">
                <a:solidFill>
                  <a:schemeClr val="tx1"/>
                </a:solidFill>
                <a:latin typeface="Calibri" panose="020F0502020204030204" pitchFamily="34" charset="0"/>
              </a:defRPr>
            </a:lvl2pPr>
            <a:lvl3pPr marL="1143000" indent="-228600" defTabSz="2135188">
              <a:defRPr sz="3400">
                <a:solidFill>
                  <a:schemeClr val="tx1"/>
                </a:solidFill>
                <a:latin typeface="Calibri" panose="020F0502020204030204" pitchFamily="34" charset="0"/>
              </a:defRPr>
            </a:lvl3pPr>
            <a:lvl4pPr marL="1600200" indent="-228600" defTabSz="2135188">
              <a:defRPr sz="3400">
                <a:solidFill>
                  <a:schemeClr val="tx1"/>
                </a:solidFill>
                <a:latin typeface="Calibri" panose="020F0502020204030204" pitchFamily="34" charset="0"/>
              </a:defRPr>
            </a:lvl4pPr>
            <a:lvl5pPr marL="2057400" indent="-228600" defTabSz="2135188">
              <a:defRPr sz="3400">
                <a:solidFill>
                  <a:schemeClr val="tx1"/>
                </a:solidFill>
                <a:latin typeface="Calibri" panose="020F0502020204030204" pitchFamily="34" charset="0"/>
              </a:defRPr>
            </a:lvl5pPr>
            <a:lvl6pPr marL="2514600" indent="-228600" defTabSz="2135188" fontAlgn="base">
              <a:spcBef>
                <a:spcPct val="0"/>
              </a:spcBef>
              <a:spcAft>
                <a:spcPct val="0"/>
              </a:spcAft>
              <a:defRPr sz="3400">
                <a:solidFill>
                  <a:schemeClr val="tx1"/>
                </a:solidFill>
                <a:latin typeface="Calibri" panose="020F0502020204030204" pitchFamily="34" charset="0"/>
              </a:defRPr>
            </a:lvl6pPr>
            <a:lvl7pPr marL="2971800" indent="-228600" defTabSz="2135188" fontAlgn="base">
              <a:spcBef>
                <a:spcPct val="0"/>
              </a:spcBef>
              <a:spcAft>
                <a:spcPct val="0"/>
              </a:spcAft>
              <a:defRPr sz="3400">
                <a:solidFill>
                  <a:schemeClr val="tx1"/>
                </a:solidFill>
                <a:latin typeface="Calibri" panose="020F0502020204030204" pitchFamily="34" charset="0"/>
              </a:defRPr>
            </a:lvl7pPr>
            <a:lvl8pPr marL="3429000" indent="-228600" defTabSz="2135188" fontAlgn="base">
              <a:spcBef>
                <a:spcPct val="0"/>
              </a:spcBef>
              <a:spcAft>
                <a:spcPct val="0"/>
              </a:spcAft>
              <a:defRPr sz="3400">
                <a:solidFill>
                  <a:schemeClr val="tx1"/>
                </a:solidFill>
                <a:latin typeface="Calibri" panose="020F0502020204030204" pitchFamily="34" charset="0"/>
              </a:defRPr>
            </a:lvl8pPr>
            <a:lvl9pPr marL="3886200" indent="-228600" defTabSz="2135188" fontAlgn="base">
              <a:spcBef>
                <a:spcPct val="0"/>
              </a:spcBef>
              <a:spcAft>
                <a:spcPct val="0"/>
              </a:spcAft>
              <a:defRPr sz="3400">
                <a:solidFill>
                  <a:schemeClr val="tx1"/>
                </a:solidFill>
                <a:latin typeface="Calibri" panose="020F0502020204030204" pitchFamily="34" charset="0"/>
              </a:defRPr>
            </a:lvl9pPr>
          </a:lstStyle>
          <a:p>
            <a:pPr algn="ctr" eaLnBrk="1" hangingPunct="1"/>
            <a:r>
              <a:rPr lang="tr-TR" sz="2500" b="1" dirty="0" err="1">
                <a:solidFill>
                  <a:schemeClr val="bg1"/>
                </a:solidFill>
                <a:latin typeface="Arial" panose="020B0604020202020204" pitchFamily="34" charset="0"/>
              </a:rPr>
              <a:t>System</a:t>
            </a:r>
            <a:r>
              <a:rPr lang="tr-TR" sz="2500" b="1" dirty="0">
                <a:solidFill>
                  <a:schemeClr val="bg1"/>
                </a:solidFill>
                <a:latin typeface="Arial" panose="020B0604020202020204" pitchFamily="34" charset="0"/>
              </a:rPr>
              <a:t> Architecture </a:t>
            </a:r>
            <a:r>
              <a:rPr lang="tr-TR" sz="2500" b="1" dirty="0" err="1">
                <a:solidFill>
                  <a:schemeClr val="bg1"/>
                </a:solidFill>
                <a:latin typeface="Arial" panose="020B0604020202020204" pitchFamily="34" charset="0"/>
              </a:rPr>
              <a:t>and</a:t>
            </a:r>
            <a:r>
              <a:rPr lang="tr-TR" sz="2500" b="1" dirty="0">
                <a:solidFill>
                  <a:schemeClr val="bg1"/>
                </a:solidFill>
                <a:latin typeface="Arial" panose="020B0604020202020204" pitchFamily="34" charset="0"/>
              </a:rPr>
              <a:t> </a:t>
            </a:r>
            <a:r>
              <a:rPr lang="tr-TR" sz="2500" b="1" dirty="0" err="1">
                <a:solidFill>
                  <a:schemeClr val="bg1"/>
                </a:solidFill>
                <a:latin typeface="Arial" panose="020B0604020202020204" pitchFamily="34" charset="0"/>
              </a:rPr>
              <a:t>Methodology</a:t>
            </a:r>
            <a:endParaRPr lang="en-US" altLang="tr-TR" sz="2500" b="1" dirty="0">
              <a:solidFill>
                <a:schemeClr val="bg1"/>
              </a:solidFill>
              <a:latin typeface="Arial" panose="020B0604020202020204" pitchFamily="34" charset="0"/>
            </a:endParaRPr>
          </a:p>
        </p:txBody>
      </p:sp>
      <p:sp>
        <p:nvSpPr>
          <p:cNvPr id="2064" name="AutoShape 73"/>
          <p:cNvSpPr>
            <a:spLocks noChangeArrowheads="1"/>
          </p:cNvSpPr>
          <p:nvPr/>
        </p:nvSpPr>
        <p:spPr bwMode="auto">
          <a:xfrm>
            <a:off x="7791450" y="15844803"/>
            <a:ext cx="7189787" cy="512762"/>
          </a:xfrm>
          <a:prstGeom prst="roundRect">
            <a:avLst>
              <a:gd name="adj" fmla="val 16667"/>
            </a:avLst>
          </a:prstGeom>
          <a:solidFill>
            <a:srgbClr val="E20813"/>
          </a:solidFill>
          <a:ln w="9525" algn="ctr">
            <a:solidFill>
              <a:srgbClr val="000099"/>
            </a:solidFill>
            <a:round/>
            <a:headEnd/>
            <a:tailEnd/>
          </a:ln>
        </p:spPr>
        <p:txBody>
          <a:bodyPr lIns="38933" tIns="38933" rIns="38933" bIns="38933" anchor="ctr">
            <a:spAutoFit/>
          </a:bodyPr>
          <a:lstStyle>
            <a:lvl1pPr defTabSz="2135188">
              <a:defRPr sz="3400">
                <a:solidFill>
                  <a:schemeClr val="tx1"/>
                </a:solidFill>
                <a:latin typeface="Calibri" panose="020F0502020204030204" pitchFamily="34" charset="0"/>
              </a:defRPr>
            </a:lvl1pPr>
            <a:lvl2pPr marL="742950" indent="-285750" defTabSz="2135188">
              <a:defRPr sz="3400">
                <a:solidFill>
                  <a:schemeClr val="tx1"/>
                </a:solidFill>
                <a:latin typeface="Calibri" panose="020F0502020204030204" pitchFamily="34" charset="0"/>
              </a:defRPr>
            </a:lvl2pPr>
            <a:lvl3pPr marL="1143000" indent="-228600" defTabSz="2135188">
              <a:defRPr sz="3400">
                <a:solidFill>
                  <a:schemeClr val="tx1"/>
                </a:solidFill>
                <a:latin typeface="Calibri" panose="020F0502020204030204" pitchFamily="34" charset="0"/>
              </a:defRPr>
            </a:lvl3pPr>
            <a:lvl4pPr marL="1600200" indent="-228600" defTabSz="2135188">
              <a:defRPr sz="3400">
                <a:solidFill>
                  <a:schemeClr val="tx1"/>
                </a:solidFill>
                <a:latin typeface="Calibri" panose="020F0502020204030204" pitchFamily="34" charset="0"/>
              </a:defRPr>
            </a:lvl4pPr>
            <a:lvl5pPr marL="2057400" indent="-228600" defTabSz="2135188">
              <a:defRPr sz="3400">
                <a:solidFill>
                  <a:schemeClr val="tx1"/>
                </a:solidFill>
                <a:latin typeface="Calibri" panose="020F0502020204030204" pitchFamily="34" charset="0"/>
              </a:defRPr>
            </a:lvl5pPr>
            <a:lvl6pPr marL="2514600" indent="-228600" defTabSz="2135188" fontAlgn="base">
              <a:spcBef>
                <a:spcPct val="0"/>
              </a:spcBef>
              <a:spcAft>
                <a:spcPct val="0"/>
              </a:spcAft>
              <a:defRPr sz="3400">
                <a:solidFill>
                  <a:schemeClr val="tx1"/>
                </a:solidFill>
                <a:latin typeface="Calibri" panose="020F0502020204030204" pitchFamily="34" charset="0"/>
              </a:defRPr>
            </a:lvl6pPr>
            <a:lvl7pPr marL="2971800" indent="-228600" defTabSz="2135188" fontAlgn="base">
              <a:spcBef>
                <a:spcPct val="0"/>
              </a:spcBef>
              <a:spcAft>
                <a:spcPct val="0"/>
              </a:spcAft>
              <a:defRPr sz="3400">
                <a:solidFill>
                  <a:schemeClr val="tx1"/>
                </a:solidFill>
                <a:latin typeface="Calibri" panose="020F0502020204030204" pitchFamily="34" charset="0"/>
              </a:defRPr>
            </a:lvl7pPr>
            <a:lvl8pPr marL="3429000" indent="-228600" defTabSz="2135188" fontAlgn="base">
              <a:spcBef>
                <a:spcPct val="0"/>
              </a:spcBef>
              <a:spcAft>
                <a:spcPct val="0"/>
              </a:spcAft>
              <a:defRPr sz="3400">
                <a:solidFill>
                  <a:schemeClr val="tx1"/>
                </a:solidFill>
                <a:latin typeface="Calibri" panose="020F0502020204030204" pitchFamily="34" charset="0"/>
              </a:defRPr>
            </a:lvl8pPr>
            <a:lvl9pPr marL="3886200" indent="-228600" defTabSz="2135188" fontAlgn="base">
              <a:spcBef>
                <a:spcPct val="0"/>
              </a:spcBef>
              <a:spcAft>
                <a:spcPct val="0"/>
              </a:spcAft>
              <a:defRPr sz="3400">
                <a:solidFill>
                  <a:schemeClr val="tx1"/>
                </a:solidFill>
                <a:latin typeface="Calibri" panose="020F0502020204030204" pitchFamily="34" charset="0"/>
              </a:defRPr>
            </a:lvl9pPr>
          </a:lstStyle>
          <a:p>
            <a:pPr algn="ctr" eaLnBrk="1" hangingPunct="1">
              <a:spcBef>
                <a:spcPct val="50000"/>
              </a:spcBef>
            </a:pPr>
            <a:r>
              <a:rPr lang="tr-TR" altLang="tr-TR" sz="2500" b="1" dirty="0" err="1">
                <a:solidFill>
                  <a:schemeClr val="bg1"/>
                </a:solidFill>
                <a:latin typeface="Arial" panose="020B0604020202020204" pitchFamily="34" charset="0"/>
              </a:rPr>
              <a:t>Conclusion</a:t>
            </a:r>
            <a:endParaRPr lang="en-US" altLang="tr-TR" sz="2500" b="1" dirty="0">
              <a:solidFill>
                <a:schemeClr val="bg1"/>
              </a:solidFill>
              <a:latin typeface="Arial" panose="020B0604020202020204" pitchFamily="34" charset="0"/>
            </a:endParaRPr>
          </a:p>
        </p:txBody>
      </p:sp>
      <p:sp>
        <p:nvSpPr>
          <p:cNvPr id="2065" name="Text Box 75"/>
          <p:cNvSpPr txBox="1">
            <a:spLocks noChangeArrowheads="1"/>
          </p:cNvSpPr>
          <p:nvPr/>
        </p:nvSpPr>
        <p:spPr bwMode="auto">
          <a:xfrm>
            <a:off x="14301787" y="19909456"/>
            <a:ext cx="710723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2135188">
              <a:defRPr sz="3400">
                <a:solidFill>
                  <a:schemeClr val="tx1"/>
                </a:solidFill>
                <a:latin typeface="Calibri" panose="020F0502020204030204" pitchFamily="34" charset="0"/>
              </a:defRPr>
            </a:lvl1pPr>
            <a:lvl2pPr marL="742950" indent="-285750" defTabSz="2135188">
              <a:defRPr sz="3400">
                <a:solidFill>
                  <a:schemeClr val="tx1"/>
                </a:solidFill>
                <a:latin typeface="Calibri" panose="020F0502020204030204" pitchFamily="34" charset="0"/>
              </a:defRPr>
            </a:lvl2pPr>
            <a:lvl3pPr marL="1143000" indent="-228600" defTabSz="2135188">
              <a:defRPr sz="3400">
                <a:solidFill>
                  <a:schemeClr val="tx1"/>
                </a:solidFill>
                <a:latin typeface="Calibri" panose="020F0502020204030204" pitchFamily="34" charset="0"/>
              </a:defRPr>
            </a:lvl3pPr>
            <a:lvl4pPr marL="1600200" indent="-228600" defTabSz="2135188">
              <a:defRPr sz="3400">
                <a:solidFill>
                  <a:schemeClr val="tx1"/>
                </a:solidFill>
                <a:latin typeface="Calibri" panose="020F0502020204030204" pitchFamily="34" charset="0"/>
              </a:defRPr>
            </a:lvl4pPr>
            <a:lvl5pPr marL="2057400" indent="-228600" defTabSz="2135188">
              <a:defRPr sz="3400">
                <a:solidFill>
                  <a:schemeClr val="tx1"/>
                </a:solidFill>
                <a:latin typeface="Calibri" panose="020F0502020204030204" pitchFamily="34" charset="0"/>
              </a:defRPr>
            </a:lvl5pPr>
            <a:lvl6pPr marL="2514600" indent="-228600" defTabSz="2135188" fontAlgn="base">
              <a:spcBef>
                <a:spcPct val="0"/>
              </a:spcBef>
              <a:spcAft>
                <a:spcPct val="0"/>
              </a:spcAft>
              <a:defRPr sz="3400">
                <a:solidFill>
                  <a:schemeClr val="tx1"/>
                </a:solidFill>
                <a:latin typeface="Calibri" panose="020F0502020204030204" pitchFamily="34" charset="0"/>
              </a:defRPr>
            </a:lvl6pPr>
            <a:lvl7pPr marL="2971800" indent="-228600" defTabSz="2135188" fontAlgn="base">
              <a:spcBef>
                <a:spcPct val="0"/>
              </a:spcBef>
              <a:spcAft>
                <a:spcPct val="0"/>
              </a:spcAft>
              <a:defRPr sz="3400">
                <a:solidFill>
                  <a:schemeClr val="tx1"/>
                </a:solidFill>
                <a:latin typeface="Calibri" panose="020F0502020204030204" pitchFamily="34" charset="0"/>
              </a:defRPr>
            </a:lvl7pPr>
            <a:lvl8pPr marL="3429000" indent="-228600" defTabSz="2135188" fontAlgn="base">
              <a:spcBef>
                <a:spcPct val="0"/>
              </a:spcBef>
              <a:spcAft>
                <a:spcPct val="0"/>
              </a:spcAft>
              <a:defRPr sz="3400">
                <a:solidFill>
                  <a:schemeClr val="tx1"/>
                </a:solidFill>
                <a:latin typeface="Calibri" panose="020F0502020204030204" pitchFamily="34" charset="0"/>
              </a:defRPr>
            </a:lvl8pPr>
            <a:lvl9pPr marL="3886200" indent="-228600" defTabSz="2135188" fontAlgn="base">
              <a:spcBef>
                <a:spcPct val="0"/>
              </a:spcBef>
              <a:spcAft>
                <a:spcPct val="0"/>
              </a:spcAft>
              <a:defRPr sz="3400">
                <a:solidFill>
                  <a:schemeClr val="tx1"/>
                </a:solidFill>
                <a:latin typeface="Calibri" panose="020F0502020204030204" pitchFamily="34" charset="0"/>
              </a:defRPr>
            </a:lvl9pPr>
          </a:lstStyle>
          <a:p>
            <a:pPr algn="ctr" eaLnBrk="1" hangingPunct="1">
              <a:spcBef>
                <a:spcPct val="50000"/>
              </a:spcBef>
            </a:pPr>
            <a:endParaRPr lang="tr-TR" altLang="tr-TR" sz="2100" b="1" dirty="0">
              <a:solidFill>
                <a:schemeClr val="accent2"/>
              </a:solidFill>
              <a:latin typeface="Arial" panose="020B0604020202020204" pitchFamily="34" charset="0"/>
            </a:endParaRPr>
          </a:p>
        </p:txBody>
      </p:sp>
      <p:sp>
        <p:nvSpPr>
          <p:cNvPr id="2067" name="AutoShape 119"/>
          <p:cNvSpPr>
            <a:spLocks noChangeArrowheads="1"/>
          </p:cNvSpPr>
          <p:nvPr/>
        </p:nvSpPr>
        <p:spPr bwMode="auto">
          <a:xfrm>
            <a:off x="7791450" y="3356831"/>
            <a:ext cx="7148513" cy="512639"/>
          </a:xfrm>
          <a:prstGeom prst="roundRect">
            <a:avLst>
              <a:gd name="adj" fmla="val 16667"/>
            </a:avLst>
          </a:prstGeom>
          <a:solidFill>
            <a:srgbClr val="E20813"/>
          </a:solidFill>
          <a:ln>
            <a:noFill/>
          </a:ln>
          <a:extLst>
            <a:ext uri="{91240B29-F687-4F45-9708-019B960494DF}">
              <a14:hiddenLine xmlns:a14="http://schemas.microsoft.com/office/drawing/2010/main" w="9525" algn="ctr">
                <a:solidFill>
                  <a:srgbClr val="000000"/>
                </a:solidFill>
                <a:round/>
                <a:headEnd/>
                <a:tailEnd/>
              </a14:hiddenLine>
            </a:ext>
          </a:extLst>
        </p:spPr>
        <p:txBody>
          <a:bodyPr lIns="38933" tIns="38933" rIns="38933" bIns="38933" anchor="ctr">
            <a:spAutoFit/>
          </a:bodyP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algn="ctr"/>
            <a:r>
              <a:rPr lang="tr-TR" sz="2500" b="1" dirty="0" err="1">
                <a:solidFill>
                  <a:schemeClr val="bg1"/>
                </a:solidFill>
                <a:latin typeface="Arial" panose="020B0604020202020204" pitchFamily="34" charset="0"/>
              </a:rPr>
              <a:t>Dataset</a:t>
            </a:r>
            <a:r>
              <a:rPr lang="tr-TR" sz="2500" b="1" dirty="0">
                <a:solidFill>
                  <a:schemeClr val="bg1"/>
                </a:solidFill>
                <a:latin typeface="Arial" panose="020B0604020202020204" pitchFamily="34" charset="0"/>
              </a:rPr>
              <a:t> </a:t>
            </a:r>
            <a:r>
              <a:rPr lang="tr-TR" sz="2500" b="1" dirty="0" err="1">
                <a:solidFill>
                  <a:schemeClr val="bg1"/>
                </a:solidFill>
                <a:latin typeface="Arial" panose="020B0604020202020204" pitchFamily="34" charset="0"/>
              </a:rPr>
              <a:t>and</a:t>
            </a:r>
            <a:r>
              <a:rPr lang="tr-TR" sz="2500" b="1" dirty="0">
                <a:solidFill>
                  <a:schemeClr val="bg1"/>
                </a:solidFill>
                <a:latin typeface="Arial" panose="020B0604020202020204" pitchFamily="34" charset="0"/>
              </a:rPr>
              <a:t> Model Evaluation</a:t>
            </a:r>
          </a:p>
        </p:txBody>
      </p:sp>
      <p:sp>
        <p:nvSpPr>
          <p:cNvPr id="2068" name="Text Box 123"/>
          <p:cNvSpPr txBox="1">
            <a:spLocks noChangeArrowheads="1"/>
          </p:cNvSpPr>
          <p:nvPr/>
        </p:nvSpPr>
        <p:spPr bwMode="auto">
          <a:xfrm>
            <a:off x="257183" y="4045119"/>
            <a:ext cx="6792912" cy="238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190625">
              <a:defRPr sz="3400">
                <a:solidFill>
                  <a:schemeClr val="tx1"/>
                </a:solidFill>
                <a:latin typeface="Calibri" panose="020F0502020204030204" pitchFamily="34" charset="0"/>
              </a:defRPr>
            </a:lvl1pPr>
            <a:lvl2pPr marL="742950" indent="-285750" defTabSz="1190625">
              <a:defRPr sz="3400">
                <a:solidFill>
                  <a:schemeClr val="tx1"/>
                </a:solidFill>
                <a:latin typeface="Calibri" panose="020F0502020204030204" pitchFamily="34" charset="0"/>
              </a:defRPr>
            </a:lvl2pPr>
            <a:lvl3pPr marL="1143000" indent="-228600" defTabSz="1190625">
              <a:defRPr sz="3400">
                <a:solidFill>
                  <a:schemeClr val="tx1"/>
                </a:solidFill>
                <a:latin typeface="Calibri" panose="020F0502020204030204" pitchFamily="34" charset="0"/>
              </a:defRPr>
            </a:lvl3pPr>
            <a:lvl4pPr marL="1600200" indent="-228600" defTabSz="1190625">
              <a:defRPr sz="3400">
                <a:solidFill>
                  <a:schemeClr val="tx1"/>
                </a:solidFill>
                <a:latin typeface="Calibri" panose="020F0502020204030204" pitchFamily="34" charset="0"/>
              </a:defRPr>
            </a:lvl4pPr>
            <a:lvl5pPr marL="2057400" indent="-228600" defTabSz="1190625">
              <a:defRPr sz="3400">
                <a:solidFill>
                  <a:schemeClr val="tx1"/>
                </a:solidFill>
                <a:latin typeface="Calibri" panose="020F0502020204030204" pitchFamily="34" charset="0"/>
              </a:defRPr>
            </a:lvl5pPr>
            <a:lvl6pPr marL="2514600" indent="-228600" defTabSz="1190625" fontAlgn="base">
              <a:spcBef>
                <a:spcPct val="0"/>
              </a:spcBef>
              <a:spcAft>
                <a:spcPct val="0"/>
              </a:spcAft>
              <a:defRPr sz="3400">
                <a:solidFill>
                  <a:schemeClr val="tx1"/>
                </a:solidFill>
                <a:latin typeface="Calibri" panose="020F0502020204030204" pitchFamily="34" charset="0"/>
              </a:defRPr>
            </a:lvl6pPr>
            <a:lvl7pPr marL="2971800" indent="-228600" defTabSz="1190625" fontAlgn="base">
              <a:spcBef>
                <a:spcPct val="0"/>
              </a:spcBef>
              <a:spcAft>
                <a:spcPct val="0"/>
              </a:spcAft>
              <a:defRPr sz="3400">
                <a:solidFill>
                  <a:schemeClr val="tx1"/>
                </a:solidFill>
                <a:latin typeface="Calibri" panose="020F0502020204030204" pitchFamily="34" charset="0"/>
              </a:defRPr>
            </a:lvl7pPr>
            <a:lvl8pPr marL="3429000" indent="-228600" defTabSz="1190625" fontAlgn="base">
              <a:spcBef>
                <a:spcPct val="0"/>
              </a:spcBef>
              <a:spcAft>
                <a:spcPct val="0"/>
              </a:spcAft>
              <a:defRPr sz="3400">
                <a:solidFill>
                  <a:schemeClr val="tx1"/>
                </a:solidFill>
                <a:latin typeface="Calibri" panose="020F0502020204030204" pitchFamily="34" charset="0"/>
              </a:defRPr>
            </a:lvl8pPr>
            <a:lvl9pPr marL="3886200" indent="-228600" defTabSz="1190625" fontAlgn="base">
              <a:spcBef>
                <a:spcPct val="0"/>
              </a:spcBef>
              <a:spcAft>
                <a:spcPct val="0"/>
              </a:spcAft>
              <a:defRPr sz="3400">
                <a:solidFill>
                  <a:schemeClr val="tx1"/>
                </a:solidFill>
                <a:latin typeface="Calibri" panose="020F0502020204030204" pitchFamily="34" charset="0"/>
              </a:defRPr>
            </a:lvl9pPr>
          </a:lstStyle>
          <a:p>
            <a:pPr algn="just" defTabSz="266700" eaLnBrk="1" hangingPunct="1">
              <a:spcBef>
                <a:spcPts val="600"/>
              </a:spcBef>
            </a:pPr>
            <a:r>
              <a:rPr lang="tr-TR" altLang="tr-TR" sz="1400" dirty="0">
                <a:latin typeface="Arial" panose="020B0604020202020204" pitchFamily="34" charset="0"/>
                <a:cs typeface="Arial" panose="020B0604020202020204" pitchFamily="34" charset="0"/>
              </a:rPr>
              <a:t>	</a:t>
            </a:r>
            <a:r>
              <a:rPr lang="en-US" altLang="tr-TR" sz="1400" dirty="0">
                <a:latin typeface="Arial" panose="020B0604020202020204" pitchFamily="34" charset="0"/>
                <a:cs typeface="Arial" panose="020B0604020202020204" pitchFamily="34" charset="0"/>
              </a:rPr>
              <a:t>Sign language recognition systems play a vital role in improving communication between hearing-impaired individuals and the rest of society. Computer vision and machine learning have made it possible to develop real-time hand gesture recognition systems using standard cameras without the need for additional hardware.</a:t>
            </a:r>
          </a:p>
          <a:p>
            <a:pPr algn="just" defTabSz="266700" eaLnBrk="1" hangingPunct="1">
              <a:spcBef>
                <a:spcPts val="600"/>
              </a:spcBef>
            </a:pPr>
            <a:endParaRPr lang="en-US" altLang="tr-TR" sz="1400" dirty="0">
              <a:latin typeface="Arial" panose="020B0604020202020204" pitchFamily="34" charset="0"/>
              <a:cs typeface="Arial" panose="020B0604020202020204" pitchFamily="34" charset="0"/>
            </a:endParaRPr>
          </a:p>
          <a:p>
            <a:pPr algn="just" defTabSz="266700" eaLnBrk="1" hangingPunct="1">
              <a:spcBef>
                <a:spcPts val="600"/>
              </a:spcBef>
            </a:pPr>
            <a:r>
              <a:rPr lang="tr-TR" altLang="tr-TR" sz="1400" dirty="0">
                <a:latin typeface="Arial" panose="020B0604020202020204" pitchFamily="34" charset="0"/>
                <a:cs typeface="Arial" panose="020B0604020202020204" pitchFamily="34" charset="0"/>
              </a:rPr>
              <a:t>	</a:t>
            </a:r>
            <a:r>
              <a:rPr lang="en-US" altLang="tr-TR" sz="1400" dirty="0">
                <a:latin typeface="Arial" panose="020B0604020202020204" pitchFamily="34" charset="0"/>
                <a:cs typeface="Arial" panose="020B0604020202020204" pitchFamily="34" charset="0"/>
              </a:rPr>
              <a:t>In this project, a real-time American Sign Language (ASL) letter recognition system was developed using hand gesture points and machine learning techniques. Hand gesture points obtained with </a:t>
            </a:r>
            <a:r>
              <a:rPr lang="en-US" altLang="tr-TR" sz="1400" dirty="0" err="1">
                <a:latin typeface="Arial" panose="020B0604020202020204" pitchFamily="34" charset="0"/>
                <a:cs typeface="Arial" panose="020B0604020202020204" pitchFamily="34" charset="0"/>
              </a:rPr>
              <a:t>MediaPipe</a:t>
            </a:r>
            <a:r>
              <a:rPr lang="en-US" altLang="tr-TR" sz="1400" dirty="0">
                <a:latin typeface="Arial" panose="020B0604020202020204" pitchFamily="34" charset="0"/>
                <a:cs typeface="Arial" panose="020B0604020202020204" pitchFamily="34" charset="0"/>
              </a:rPr>
              <a:t> were normalized and trained with a Random Forest classifier, enabling the system to convert static ASL letters into text in real time.</a:t>
            </a:r>
          </a:p>
          <a:p>
            <a:pPr algn="just" defTabSz="266700" eaLnBrk="1" hangingPunct="1">
              <a:spcBef>
                <a:spcPts val="600"/>
              </a:spcBef>
            </a:pPr>
            <a:endParaRPr lang="en-US" altLang="tr-TR" sz="1400" dirty="0">
              <a:latin typeface="Arial" panose="020B0604020202020204" pitchFamily="34" charset="0"/>
              <a:cs typeface="Arial" panose="020B0604020202020204" pitchFamily="34" charset="0"/>
            </a:endParaRPr>
          </a:p>
        </p:txBody>
      </p:sp>
      <p:sp>
        <p:nvSpPr>
          <p:cNvPr id="2069" name="Text Box 129"/>
          <p:cNvSpPr txBox="1">
            <a:spLocks noChangeArrowheads="1"/>
          </p:cNvSpPr>
          <p:nvPr/>
        </p:nvSpPr>
        <p:spPr bwMode="auto">
          <a:xfrm>
            <a:off x="328613" y="11687824"/>
            <a:ext cx="6862762"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defTabSz="266700">
              <a:defRPr sz="3400">
                <a:solidFill>
                  <a:schemeClr val="tx1"/>
                </a:solidFill>
                <a:latin typeface="Calibri" panose="020F0502020204030204" pitchFamily="34" charset="0"/>
              </a:defRPr>
            </a:lvl1pPr>
            <a:lvl2pPr marL="742950" indent="-285750" defTabSz="266700">
              <a:defRPr sz="3400">
                <a:solidFill>
                  <a:schemeClr val="tx1"/>
                </a:solidFill>
                <a:latin typeface="Calibri" panose="020F0502020204030204" pitchFamily="34" charset="0"/>
              </a:defRPr>
            </a:lvl2pPr>
            <a:lvl3pPr marL="1143000" indent="-228600" defTabSz="266700">
              <a:defRPr sz="3400">
                <a:solidFill>
                  <a:schemeClr val="tx1"/>
                </a:solidFill>
                <a:latin typeface="Calibri" panose="020F0502020204030204" pitchFamily="34" charset="0"/>
              </a:defRPr>
            </a:lvl3pPr>
            <a:lvl4pPr marL="1600200" indent="-228600" defTabSz="266700">
              <a:defRPr sz="3400">
                <a:solidFill>
                  <a:schemeClr val="tx1"/>
                </a:solidFill>
                <a:latin typeface="Calibri" panose="020F0502020204030204" pitchFamily="34" charset="0"/>
              </a:defRPr>
            </a:lvl4pPr>
            <a:lvl5pPr marL="2057400" indent="-228600" defTabSz="266700">
              <a:defRPr sz="3400">
                <a:solidFill>
                  <a:schemeClr val="tx1"/>
                </a:solidFill>
                <a:latin typeface="Calibri" panose="020F0502020204030204" pitchFamily="34" charset="0"/>
              </a:defRPr>
            </a:lvl5pPr>
            <a:lvl6pPr marL="2514600" indent="-228600" defTabSz="266700" fontAlgn="base">
              <a:spcBef>
                <a:spcPct val="0"/>
              </a:spcBef>
              <a:spcAft>
                <a:spcPct val="0"/>
              </a:spcAft>
              <a:defRPr sz="3400">
                <a:solidFill>
                  <a:schemeClr val="tx1"/>
                </a:solidFill>
                <a:latin typeface="Calibri" panose="020F0502020204030204" pitchFamily="34" charset="0"/>
              </a:defRPr>
            </a:lvl6pPr>
            <a:lvl7pPr marL="2971800" indent="-228600" defTabSz="266700" fontAlgn="base">
              <a:spcBef>
                <a:spcPct val="0"/>
              </a:spcBef>
              <a:spcAft>
                <a:spcPct val="0"/>
              </a:spcAft>
              <a:defRPr sz="3400">
                <a:solidFill>
                  <a:schemeClr val="tx1"/>
                </a:solidFill>
                <a:latin typeface="Calibri" panose="020F0502020204030204" pitchFamily="34" charset="0"/>
              </a:defRPr>
            </a:lvl7pPr>
            <a:lvl8pPr marL="3429000" indent="-228600" defTabSz="266700" fontAlgn="base">
              <a:spcBef>
                <a:spcPct val="0"/>
              </a:spcBef>
              <a:spcAft>
                <a:spcPct val="0"/>
              </a:spcAft>
              <a:defRPr sz="3400">
                <a:solidFill>
                  <a:schemeClr val="tx1"/>
                </a:solidFill>
                <a:latin typeface="Calibri" panose="020F0502020204030204" pitchFamily="34" charset="0"/>
              </a:defRPr>
            </a:lvl8pPr>
            <a:lvl9pPr marL="3886200" indent="-228600" defTabSz="266700" fontAlgn="base">
              <a:spcBef>
                <a:spcPct val="0"/>
              </a:spcBef>
              <a:spcAft>
                <a:spcPct val="0"/>
              </a:spcAft>
              <a:defRPr sz="3400">
                <a:solidFill>
                  <a:schemeClr val="tx1"/>
                </a:solidFill>
                <a:latin typeface="Calibri" panose="020F0502020204030204" pitchFamily="34" charset="0"/>
              </a:defRPr>
            </a:lvl9pPr>
          </a:lstStyle>
          <a:p>
            <a:pPr algn="just" eaLnBrk="1" hangingPunct="1">
              <a:spcBef>
                <a:spcPts val="600"/>
              </a:spcBef>
            </a:pPr>
            <a:r>
              <a:rPr lang="tr-TR" altLang="tr-TR" sz="1400" dirty="0">
                <a:latin typeface="Arial" panose="020B0604020202020204" pitchFamily="34" charset="0"/>
              </a:rPr>
              <a:t>	</a:t>
            </a:r>
            <a:r>
              <a:rPr lang="en-US" altLang="tr-TR" sz="1400" dirty="0">
                <a:latin typeface="Arial" panose="020B0604020202020204" pitchFamily="34" charset="0"/>
              </a:rPr>
              <a:t>The system consists of four main stages: data collection, feature extraction, model training, and real-time prediction. Hand landmark data is collected using a custom data collection application based on </a:t>
            </a:r>
            <a:r>
              <a:rPr lang="en-US" altLang="tr-TR" sz="1400" dirty="0" err="1">
                <a:latin typeface="Arial" panose="020B0604020202020204" pitchFamily="34" charset="0"/>
              </a:rPr>
              <a:t>MediaPipe</a:t>
            </a:r>
            <a:r>
              <a:rPr lang="en-US" altLang="tr-TR" sz="1400" dirty="0">
                <a:latin typeface="Arial" panose="020B0604020202020204" pitchFamily="34" charset="0"/>
              </a:rPr>
              <a:t>. Each hand is represented by 21 landmarks, resulting in 63 features (x, y, z).</a:t>
            </a:r>
          </a:p>
          <a:p>
            <a:pPr algn="just" eaLnBrk="1" hangingPunct="1">
              <a:spcBef>
                <a:spcPts val="600"/>
              </a:spcBef>
            </a:pPr>
            <a:endParaRPr lang="en-US" altLang="tr-TR" sz="1400" dirty="0">
              <a:latin typeface="Arial" panose="020B0604020202020204" pitchFamily="34" charset="0"/>
            </a:endParaRPr>
          </a:p>
          <a:p>
            <a:pPr algn="just" eaLnBrk="1" hangingPunct="1">
              <a:spcBef>
                <a:spcPts val="600"/>
              </a:spcBef>
            </a:pPr>
            <a:r>
              <a:rPr lang="tr-TR" altLang="tr-TR" sz="1400" dirty="0">
                <a:latin typeface="Arial" panose="020B0604020202020204" pitchFamily="34" charset="0"/>
              </a:rPr>
              <a:t>	</a:t>
            </a:r>
            <a:r>
              <a:rPr lang="en-US" altLang="tr-TR" sz="1400" dirty="0">
                <a:latin typeface="Arial" panose="020B0604020202020204" pitchFamily="34" charset="0"/>
              </a:rPr>
              <a:t>The collected features are normalized by centering the wrist landmark and scaling according to the distance between the wrist and the middle finger MCP joint. A Random Forest classifier is trained on the normalized dataset and used for prediction.</a:t>
            </a:r>
          </a:p>
          <a:p>
            <a:pPr algn="just" eaLnBrk="1" hangingPunct="1">
              <a:spcBef>
                <a:spcPts val="600"/>
              </a:spcBef>
            </a:pPr>
            <a:endParaRPr lang="en-US" altLang="tr-TR" sz="1400" dirty="0">
              <a:latin typeface="Arial" panose="020B0604020202020204" pitchFamily="34" charset="0"/>
            </a:endParaRPr>
          </a:p>
          <a:p>
            <a:pPr algn="just" eaLnBrk="1" hangingPunct="1">
              <a:spcBef>
                <a:spcPts val="600"/>
              </a:spcBef>
            </a:pPr>
            <a:r>
              <a:rPr lang="tr-TR" altLang="tr-TR" sz="1400" dirty="0">
                <a:latin typeface="Arial" panose="020B0604020202020204" pitchFamily="34" charset="0"/>
              </a:rPr>
              <a:t>	</a:t>
            </a:r>
            <a:r>
              <a:rPr lang="en-US" altLang="tr-TR" sz="1400" dirty="0">
                <a:latin typeface="Arial" panose="020B0604020202020204" pitchFamily="34" charset="0"/>
              </a:rPr>
              <a:t>A Random Forest classifier is trained using the normalized dataset and integrated into a real-time prediction pipeline. Temporal smoothing and majority voting are applied to improve prediction stability during live usage.</a:t>
            </a:r>
          </a:p>
        </p:txBody>
      </p:sp>
      <p:sp>
        <p:nvSpPr>
          <p:cNvPr id="2071" name="Text Box 134"/>
          <p:cNvSpPr txBox="1">
            <a:spLocks noChangeArrowheads="1"/>
          </p:cNvSpPr>
          <p:nvPr/>
        </p:nvSpPr>
        <p:spPr bwMode="auto">
          <a:xfrm>
            <a:off x="7877174" y="16499189"/>
            <a:ext cx="7052469" cy="1358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190625">
              <a:defRPr sz="3400">
                <a:solidFill>
                  <a:schemeClr val="tx1"/>
                </a:solidFill>
                <a:latin typeface="Calibri" panose="020F0502020204030204" pitchFamily="34" charset="0"/>
              </a:defRPr>
            </a:lvl1pPr>
            <a:lvl2pPr marL="742950" indent="-285750" defTabSz="1190625">
              <a:defRPr sz="3400">
                <a:solidFill>
                  <a:schemeClr val="tx1"/>
                </a:solidFill>
                <a:latin typeface="Calibri" panose="020F0502020204030204" pitchFamily="34" charset="0"/>
              </a:defRPr>
            </a:lvl2pPr>
            <a:lvl3pPr marL="1143000" indent="-228600" defTabSz="1190625">
              <a:defRPr sz="3400">
                <a:solidFill>
                  <a:schemeClr val="tx1"/>
                </a:solidFill>
                <a:latin typeface="Calibri" panose="020F0502020204030204" pitchFamily="34" charset="0"/>
              </a:defRPr>
            </a:lvl3pPr>
            <a:lvl4pPr marL="1600200" indent="-228600" defTabSz="1190625">
              <a:defRPr sz="3400">
                <a:solidFill>
                  <a:schemeClr val="tx1"/>
                </a:solidFill>
                <a:latin typeface="Calibri" panose="020F0502020204030204" pitchFamily="34" charset="0"/>
              </a:defRPr>
            </a:lvl4pPr>
            <a:lvl5pPr marL="2057400" indent="-228600" defTabSz="1190625">
              <a:defRPr sz="3400">
                <a:solidFill>
                  <a:schemeClr val="tx1"/>
                </a:solidFill>
                <a:latin typeface="Calibri" panose="020F0502020204030204" pitchFamily="34" charset="0"/>
              </a:defRPr>
            </a:lvl5pPr>
            <a:lvl6pPr marL="2514600" indent="-228600" defTabSz="1190625" fontAlgn="base">
              <a:spcBef>
                <a:spcPct val="0"/>
              </a:spcBef>
              <a:spcAft>
                <a:spcPct val="0"/>
              </a:spcAft>
              <a:defRPr sz="3400">
                <a:solidFill>
                  <a:schemeClr val="tx1"/>
                </a:solidFill>
                <a:latin typeface="Calibri" panose="020F0502020204030204" pitchFamily="34" charset="0"/>
              </a:defRPr>
            </a:lvl6pPr>
            <a:lvl7pPr marL="2971800" indent="-228600" defTabSz="1190625" fontAlgn="base">
              <a:spcBef>
                <a:spcPct val="0"/>
              </a:spcBef>
              <a:spcAft>
                <a:spcPct val="0"/>
              </a:spcAft>
              <a:defRPr sz="3400">
                <a:solidFill>
                  <a:schemeClr val="tx1"/>
                </a:solidFill>
                <a:latin typeface="Calibri" panose="020F0502020204030204" pitchFamily="34" charset="0"/>
              </a:defRPr>
            </a:lvl7pPr>
            <a:lvl8pPr marL="3429000" indent="-228600" defTabSz="1190625" fontAlgn="base">
              <a:spcBef>
                <a:spcPct val="0"/>
              </a:spcBef>
              <a:spcAft>
                <a:spcPct val="0"/>
              </a:spcAft>
              <a:defRPr sz="3400">
                <a:solidFill>
                  <a:schemeClr val="tx1"/>
                </a:solidFill>
                <a:latin typeface="Calibri" panose="020F0502020204030204" pitchFamily="34" charset="0"/>
              </a:defRPr>
            </a:lvl8pPr>
            <a:lvl9pPr marL="3886200" indent="-228600" defTabSz="1190625" fontAlgn="base">
              <a:spcBef>
                <a:spcPct val="0"/>
              </a:spcBef>
              <a:spcAft>
                <a:spcPct val="0"/>
              </a:spcAft>
              <a:defRPr sz="3400">
                <a:solidFill>
                  <a:schemeClr val="tx1"/>
                </a:solidFill>
                <a:latin typeface="Calibri" panose="020F0502020204030204" pitchFamily="34" charset="0"/>
              </a:defRPr>
            </a:lvl9pPr>
          </a:lstStyle>
          <a:p>
            <a:pPr algn="just">
              <a:lnSpc>
                <a:spcPct val="107000"/>
              </a:lnSpc>
              <a:spcAft>
                <a:spcPts val="800"/>
              </a:spcAft>
              <a:buNone/>
            </a:pPr>
            <a:r>
              <a:rPr lang="tr-TR" sz="1400" dirty="0">
                <a:latin typeface="Arial" panose="020B0604020202020204" pitchFamily="34" charset="0"/>
              </a:rPr>
              <a:t>    </a:t>
            </a:r>
            <a:r>
              <a:rPr lang="en-US" sz="1400" dirty="0">
                <a:latin typeface="Arial" panose="020B0604020202020204" pitchFamily="34" charset="0"/>
              </a:rPr>
              <a:t>In this project, a real-time ASL letter recognition system based on hand landmark detection and machine learning was successfully developed. The results show that reliable ASL recognition can be achieved using lightweight models and standard camera </a:t>
            </a:r>
            <a:r>
              <a:rPr lang="en-US" sz="1400" dirty="0" err="1">
                <a:latin typeface="Arial" panose="020B0604020202020204" pitchFamily="34" charset="0"/>
              </a:rPr>
              <a:t>hardware.The</a:t>
            </a:r>
            <a:r>
              <a:rPr lang="en-US" sz="1400" dirty="0">
                <a:latin typeface="Arial" panose="020B0604020202020204" pitchFamily="34" charset="0"/>
              </a:rPr>
              <a:t> proposed system provides a strong foundation for future sign language translation applications and demonstrates the effectiveness of combining computer vision with machine learning for assistive technologies.</a:t>
            </a:r>
            <a:endParaRPr lang="en-US" altLang="tr-TR" sz="1400" dirty="0">
              <a:latin typeface="Arial" panose="020B0604020202020204" pitchFamily="34" charset="0"/>
            </a:endParaRPr>
          </a:p>
        </p:txBody>
      </p:sp>
      <p:sp>
        <p:nvSpPr>
          <p:cNvPr id="2072" name="44 Metin kutusu"/>
          <p:cNvSpPr txBox="1">
            <a:spLocks noChangeArrowheads="1"/>
          </p:cNvSpPr>
          <p:nvPr/>
        </p:nvSpPr>
        <p:spPr bwMode="auto">
          <a:xfrm>
            <a:off x="1623226" y="10469133"/>
            <a:ext cx="4060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algn="ctr" eaLnBrk="1" hangingPunct="1"/>
            <a:r>
              <a:rPr lang="en-US" altLang="tr-TR" sz="1400" b="1" dirty="0">
                <a:latin typeface="Arial" panose="020B0604020202020204" pitchFamily="34" charset="0"/>
              </a:rPr>
              <a:t>Figure </a:t>
            </a:r>
            <a:r>
              <a:rPr lang="tr-TR" altLang="tr-TR" sz="1400" b="1" dirty="0">
                <a:latin typeface="Arial" panose="020B0604020202020204" pitchFamily="34" charset="0"/>
              </a:rPr>
              <a:t>1.  </a:t>
            </a:r>
            <a:r>
              <a:rPr lang="tr-TR" altLang="tr-TR" sz="1400" dirty="0">
                <a:latin typeface="Arial" panose="020B0604020202020204" pitchFamily="34" charset="0"/>
              </a:rPr>
              <a:t>ASL </a:t>
            </a:r>
            <a:r>
              <a:rPr lang="tr-TR" altLang="tr-TR" sz="1400" dirty="0" err="1">
                <a:latin typeface="Arial" panose="020B0604020202020204" pitchFamily="34" charset="0"/>
              </a:rPr>
              <a:t>Translator</a:t>
            </a:r>
            <a:r>
              <a:rPr lang="tr-TR" altLang="tr-TR" sz="1400" dirty="0">
                <a:latin typeface="Arial" panose="020B0604020202020204" pitchFamily="34" charset="0"/>
              </a:rPr>
              <a:t> Demo</a:t>
            </a:r>
          </a:p>
          <a:p>
            <a:pPr eaLnBrk="1" hangingPunct="1"/>
            <a:endParaRPr lang="tr-TR" altLang="tr-TR" sz="1800" b="1" dirty="0">
              <a:latin typeface="Arial" panose="020B0604020202020204" pitchFamily="34" charset="0"/>
            </a:endParaRPr>
          </a:p>
        </p:txBody>
      </p:sp>
      <p:sp>
        <p:nvSpPr>
          <p:cNvPr id="2074" name="AutoShape 73"/>
          <p:cNvSpPr>
            <a:spLocks noChangeArrowheads="1"/>
          </p:cNvSpPr>
          <p:nvPr/>
        </p:nvSpPr>
        <p:spPr bwMode="auto">
          <a:xfrm>
            <a:off x="7724299" y="12934319"/>
            <a:ext cx="7151688" cy="512639"/>
          </a:xfrm>
          <a:prstGeom prst="roundRect">
            <a:avLst>
              <a:gd name="adj" fmla="val 16667"/>
            </a:avLst>
          </a:prstGeom>
          <a:solidFill>
            <a:srgbClr val="E20813"/>
          </a:solidFill>
          <a:ln w="9525" algn="ctr">
            <a:solidFill>
              <a:srgbClr val="000099"/>
            </a:solidFill>
            <a:round/>
            <a:headEnd/>
            <a:tailEnd/>
          </a:ln>
        </p:spPr>
        <p:txBody>
          <a:bodyPr lIns="38933" tIns="38933" rIns="38933" bIns="38933" anchor="ctr">
            <a:spAutoFit/>
          </a:bodyPr>
          <a:lstStyle>
            <a:lvl1pPr defTabSz="2135188">
              <a:defRPr sz="3400">
                <a:solidFill>
                  <a:schemeClr val="tx1"/>
                </a:solidFill>
                <a:latin typeface="Calibri" panose="020F0502020204030204" pitchFamily="34" charset="0"/>
              </a:defRPr>
            </a:lvl1pPr>
            <a:lvl2pPr marL="742950" indent="-285750" defTabSz="2135188">
              <a:defRPr sz="3400">
                <a:solidFill>
                  <a:schemeClr val="tx1"/>
                </a:solidFill>
                <a:latin typeface="Calibri" panose="020F0502020204030204" pitchFamily="34" charset="0"/>
              </a:defRPr>
            </a:lvl2pPr>
            <a:lvl3pPr marL="1143000" indent="-228600" defTabSz="2135188">
              <a:defRPr sz="3400">
                <a:solidFill>
                  <a:schemeClr val="tx1"/>
                </a:solidFill>
                <a:latin typeface="Calibri" panose="020F0502020204030204" pitchFamily="34" charset="0"/>
              </a:defRPr>
            </a:lvl3pPr>
            <a:lvl4pPr marL="1600200" indent="-228600" defTabSz="2135188">
              <a:defRPr sz="3400">
                <a:solidFill>
                  <a:schemeClr val="tx1"/>
                </a:solidFill>
                <a:latin typeface="Calibri" panose="020F0502020204030204" pitchFamily="34" charset="0"/>
              </a:defRPr>
            </a:lvl4pPr>
            <a:lvl5pPr marL="2057400" indent="-228600" defTabSz="2135188">
              <a:defRPr sz="3400">
                <a:solidFill>
                  <a:schemeClr val="tx1"/>
                </a:solidFill>
                <a:latin typeface="Calibri" panose="020F0502020204030204" pitchFamily="34" charset="0"/>
              </a:defRPr>
            </a:lvl5pPr>
            <a:lvl6pPr marL="2514600" indent="-228600" defTabSz="2135188" fontAlgn="base">
              <a:spcBef>
                <a:spcPct val="0"/>
              </a:spcBef>
              <a:spcAft>
                <a:spcPct val="0"/>
              </a:spcAft>
              <a:defRPr sz="3400">
                <a:solidFill>
                  <a:schemeClr val="tx1"/>
                </a:solidFill>
                <a:latin typeface="Calibri" panose="020F0502020204030204" pitchFamily="34" charset="0"/>
              </a:defRPr>
            </a:lvl6pPr>
            <a:lvl7pPr marL="2971800" indent="-228600" defTabSz="2135188" fontAlgn="base">
              <a:spcBef>
                <a:spcPct val="0"/>
              </a:spcBef>
              <a:spcAft>
                <a:spcPct val="0"/>
              </a:spcAft>
              <a:defRPr sz="3400">
                <a:solidFill>
                  <a:schemeClr val="tx1"/>
                </a:solidFill>
                <a:latin typeface="Calibri" panose="020F0502020204030204" pitchFamily="34" charset="0"/>
              </a:defRPr>
            </a:lvl7pPr>
            <a:lvl8pPr marL="3429000" indent="-228600" defTabSz="2135188" fontAlgn="base">
              <a:spcBef>
                <a:spcPct val="0"/>
              </a:spcBef>
              <a:spcAft>
                <a:spcPct val="0"/>
              </a:spcAft>
              <a:defRPr sz="3400">
                <a:solidFill>
                  <a:schemeClr val="tx1"/>
                </a:solidFill>
                <a:latin typeface="Calibri" panose="020F0502020204030204" pitchFamily="34" charset="0"/>
              </a:defRPr>
            </a:lvl8pPr>
            <a:lvl9pPr marL="3886200" indent="-228600" defTabSz="2135188" fontAlgn="base">
              <a:spcBef>
                <a:spcPct val="0"/>
              </a:spcBef>
              <a:spcAft>
                <a:spcPct val="0"/>
              </a:spcAft>
              <a:defRPr sz="3400">
                <a:solidFill>
                  <a:schemeClr val="tx1"/>
                </a:solidFill>
                <a:latin typeface="Calibri" panose="020F0502020204030204" pitchFamily="34" charset="0"/>
              </a:defRPr>
            </a:lvl9pPr>
          </a:lstStyle>
          <a:p>
            <a:pPr algn="ctr" eaLnBrk="1" hangingPunct="1"/>
            <a:r>
              <a:rPr lang="tr-TR" sz="2500" b="1" dirty="0" err="1">
                <a:solidFill>
                  <a:schemeClr val="bg1"/>
                </a:solidFill>
                <a:latin typeface="Arial" panose="020B0604020202020204" pitchFamily="34" charset="0"/>
              </a:rPr>
              <a:t>Future</a:t>
            </a:r>
            <a:r>
              <a:rPr lang="tr-TR" sz="2500" b="1" dirty="0">
                <a:solidFill>
                  <a:schemeClr val="bg1"/>
                </a:solidFill>
                <a:latin typeface="Arial" panose="020B0604020202020204" pitchFamily="34" charset="0"/>
              </a:rPr>
              <a:t> Works</a:t>
            </a:r>
            <a:endParaRPr lang="en-US" altLang="tr-TR" sz="2500" b="1" dirty="0">
              <a:solidFill>
                <a:schemeClr val="bg1"/>
              </a:solidFill>
              <a:latin typeface="Arial" panose="020B0604020202020204" pitchFamily="34" charset="0"/>
            </a:endParaRPr>
          </a:p>
        </p:txBody>
      </p:sp>
      <p:sp>
        <p:nvSpPr>
          <p:cNvPr id="2075" name="AutoShape 73"/>
          <p:cNvSpPr>
            <a:spLocks noChangeArrowheads="1"/>
          </p:cNvSpPr>
          <p:nvPr/>
        </p:nvSpPr>
        <p:spPr bwMode="auto">
          <a:xfrm>
            <a:off x="7761288" y="18026794"/>
            <a:ext cx="7199312" cy="512762"/>
          </a:xfrm>
          <a:prstGeom prst="roundRect">
            <a:avLst>
              <a:gd name="adj" fmla="val 16667"/>
            </a:avLst>
          </a:prstGeom>
          <a:solidFill>
            <a:srgbClr val="E20813"/>
          </a:solidFill>
          <a:ln w="9525" algn="ctr">
            <a:solidFill>
              <a:srgbClr val="000099"/>
            </a:solidFill>
            <a:round/>
            <a:headEnd/>
            <a:tailEnd/>
          </a:ln>
        </p:spPr>
        <p:txBody>
          <a:bodyPr lIns="38933" tIns="38933" rIns="38933" bIns="38933" anchor="ctr">
            <a:spAutoFit/>
          </a:bodyPr>
          <a:lstStyle>
            <a:lvl1pPr defTabSz="2135188">
              <a:defRPr sz="3400">
                <a:solidFill>
                  <a:schemeClr val="tx1"/>
                </a:solidFill>
                <a:latin typeface="Calibri" panose="020F0502020204030204" pitchFamily="34" charset="0"/>
              </a:defRPr>
            </a:lvl1pPr>
            <a:lvl2pPr marL="742950" indent="-285750" defTabSz="2135188">
              <a:defRPr sz="3400">
                <a:solidFill>
                  <a:schemeClr val="tx1"/>
                </a:solidFill>
                <a:latin typeface="Calibri" panose="020F0502020204030204" pitchFamily="34" charset="0"/>
              </a:defRPr>
            </a:lvl2pPr>
            <a:lvl3pPr marL="1143000" indent="-228600" defTabSz="2135188">
              <a:defRPr sz="3400">
                <a:solidFill>
                  <a:schemeClr val="tx1"/>
                </a:solidFill>
                <a:latin typeface="Calibri" panose="020F0502020204030204" pitchFamily="34" charset="0"/>
              </a:defRPr>
            </a:lvl3pPr>
            <a:lvl4pPr marL="1600200" indent="-228600" defTabSz="2135188">
              <a:defRPr sz="3400">
                <a:solidFill>
                  <a:schemeClr val="tx1"/>
                </a:solidFill>
                <a:latin typeface="Calibri" panose="020F0502020204030204" pitchFamily="34" charset="0"/>
              </a:defRPr>
            </a:lvl4pPr>
            <a:lvl5pPr marL="2057400" indent="-228600" defTabSz="2135188">
              <a:defRPr sz="3400">
                <a:solidFill>
                  <a:schemeClr val="tx1"/>
                </a:solidFill>
                <a:latin typeface="Calibri" panose="020F0502020204030204" pitchFamily="34" charset="0"/>
              </a:defRPr>
            </a:lvl5pPr>
            <a:lvl6pPr marL="2514600" indent="-228600" defTabSz="2135188" fontAlgn="base">
              <a:spcBef>
                <a:spcPct val="0"/>
              </a:spcBef>
              <a:spcAft>
                <a:spcPct val="0"/>
              </a:spcAft>
              <a:defRPr sz="3400">
                <a:solidFill>
                  <a:schemeClr val="tx1"/>
                </a:solidFill>
                <a:latin typeface="Calibri" panose="020F0502020204030204" pitchFamily="34" charset="0"/>
              </a:defRPr>
            </a:lvl6pPr>
            <a:lvl7pPr marL="2971800" indent="-228600" defTabSz="2135188" fontAlgn="base">
              <a:spcBef>
                <a:spcPct val="0"/>
              </a:spcBef>
              <a:spcAft>
                <a:spcPct val="0"/>
              </a:spcAft>
              <a:defRPr sz="3400">
                <a:solidFill>
                  <a:schemeClr val="tx1"/>
                </a:solidFill>
                <a:latin typeface="Calibri" panose="020F0502020204030204" pitchFamily="34" charset="0"/>
              </a:defRPr>
            </a:lvl7pPr>
            <a:lvl8pPr marL="3429000" indent="-228600" defTabSz="2135188" fontAlgn="base">
              <a:spcBef>
                <a:spcPct val="0"/>
              </a:spcBef>
              <a:spcAft>
                <a:spcPct val="0"/>
              </a:spcAft>
              <a:defRPr sz="3400">
                <a:solidFill>
                  <a:schemeClr val="tx1"/>
                </a:solidFill>
                <a:latin typeface="Calibri" panose="020F0502020204030204" pitchFamily="34" charset="0"/>
              </a:defRPr>
            </a:lvl8pPr>
            <a:lvl9pPr marL="3886200" indent="-228600" defTabSz="2135188" fontAlgn="base">
              <a:spcBef>
                <a:spcPct val="0"/>
              </a:spcBef>
              <a:spcAft>
                <a:spcPct val="0"/>
              </a:spcAft>
              <a:defRPr sz="3400">
                <a:solidFill>
                  <a:schemeClr val="tx1"/>
                </a:solidFill>
                <a:latin typeface="Calibri" panose="020F0502020204030204" pitchFamily="34" charset="0"/>
              </a:defRPr>
            </a:lvl9pPr>
          </a:lstStyle>
          <a:p>
            <a:pPr algn="ctr" eaLnBrk="1" hangingPunct="1"/>
            <a:r>
              <a:rPr lang="en-US" altLang="tr-TR" sz="2500" b="1" dirty="0">
                <a:solidFill>
                  <a:schemeClr val="bg1"/>
                </a:solidFill>
                <a:latin typeface="Arial" panose="020B0604020202020204" pitchFamily="34" charset="0"/>
              </a:rPr>
              <a:t>References</a:t>
            </a:r>
          </a:p>
        </p:txBody>
      </p:sp>
      <mc:AlternateContent xmlns:mc="http://schemas.openxmlformats.org/markup-compatibility/2006" xmlns:p14="http://schemas.microsoft.com/office/powerpoint/2010/main">
        <mc:Choice Requires="p14">
          <p:contentPart p14:bwMode="auto" r:id="rId6">
            <p14:nvContentPartPr>
              <p14:cNvPr id="96" name="Ink 5"/>
              <p14:cNvContentPartPr/>
              <p14:nvPr/>
            </p14:nvContentPartPr>
            <p14:xfrm>
              <a:off x="2706940" y="1349736"/>
              <a:ext cx="360" cy="360"/>
            </p14:xfrm>
          </p:contentPart>
        </mc:Choice>
        <mc:Fallback xmlns="">
          <p:pic>
            <p:nvPicPr>
              <p:cNvPr id="96" name="Ink 5"/>
              <p:cNvPicPr/>
              <p:nvPr/>
            </p:nvPicPr>
            <p:blipFill>
              <a:blip r:embed="rId7"/>
              <a:stretch>
                <a:fillRect/>
              </a:stretch>
            </p:blipFill>
            <p:spPr>
              <a:xfrm>
                <a:off x="2694700" y="1337496"/>
                <a:ext cx="248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7" name="Ink 9"/>
              <p14:cNvContentPartPr/>
              <p14:nvPr/>
            </p14:nvContentPartPr>
            <p14:xfrm>
              <a:off x="545140" y="1747176"/>
              <a:ext cx="360" cy="360"/>
            </p14:xfrm>
          </p:contentPart>
        </mc:Choice>
        <mc:Fallback xmlns="">
          <p:pic>
            <p:nvPicPr>
              <p:cNvPr id="97" name="Ink 9"/>
              <p:cNvPicPr/>
              <p:nvPr/>
            </p:nvPicPr>
            <p:blipFill>
              <a:blip r:embed="rId7"/>
              <a:stretch>
                <a:fillRect/>
              </a:stretch>
            </p:blipFill>
            <p:spPr>
              <a:xfrm>
                <a:off x="532900" y="1734936"/>
                <a:ext cx="24840" cy="24840"/>
              </a:xfrm>
              <a:prstGeom prst="rect">
                <a:avLst/>
              </a:prstGeom>
            </p:spPr>
          </p:pic>
        </mc:Fallback>
      </mc:AlternateContent>
      <p:pic>
        <p:nvPicPr>
          <p:cNvPr id="2079" name="Picture 54"/>
          <p:cNvPicPr>
            <a:picLocks noChangeAspect="1" noChangeArrowheads="1"/>
          </p:cNvPicPr>
          <p:nvPr/>
        </p:nvPicPr>
        <p:blipFill>
          <a:blip r:embed="rId9">
            <a:extLst>
              <a:ext uri="{28A0092B-C50C-407E-A947-70E740481C1C}">
                <a14:useLocalDpi xmlns:a14="http://schemas.microsoft.com/office/drawing/2010/main" val="0"/>
              </a:ext>
            </a:extLst>
          </a:blip>
          <a:srcRect t="56" b="3149"/>
          <a:stretch>
            <a:fillRect/>
          </a:stretch>
        </p:blipFill>
        <p:spPr bwMode="auto">
          <a:xfrm>
            <a:off x="12380754" y="478268"/>
            <a:ext cx="2946400" cy="2781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2" name="Text Box 123"/>
          <p:cNvSpPr txBox="1">
            <a:spLocks noChangeArrowheads="1"/>
          </p:cNvSpPr>
          <p:nvPr/>
        </p:nvSpPr>
        <p:spPr bwMode="auto">
          <a:xfrm>
            <a:off x="7903687" y="4006399"/>
            <a:ext cx="6792912"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266700">
              <a:defRPr sz="3400">
                <a:solidFill>
                  <a:schemeClr val="tx1"/>
                </a:solidFill>
                <a:latin typeface="Calibri" panose="020F0502020204030204" pitchFamily="34" charset="0"/>
              </a:defRPr>
            </a:lvl1pPr>
            <a:lvl2pPr marL="742950" indent="-285750" defTabSz="266700">
              <a:defRPr sz="3400">
                <a:solidFill>
                  <a:schemeClr val="tx1"/>
                </a:solidFill>
                <a:latin typeface="Calibri" panose="020F0502020204030204" pitchFamily="34" charset="0"/>
              </a:defRPr>
            </a:lvl2pPr>
            <a:lvl3pPr marL="1143000" indent="-228600" defTabSz="266700">
              <a:defRPr sz="3400">
                <a:solidFill>
                  <a:schemeClr val="tx1"/>
                </a:solidFill>
                <a:latin typeface="Calibri" panose="020F0502020204030204" pitchFamily="34" charset="0"/>
              </a:defRPr>
            </a:lvl3pPr>
            <a:lvl4pPr marL="1600200" indent="-228600" defTabSz="266700">
              <a:defRPr sz="3400">
                <a:solidFill>
                  <a:schemeClr val="tx1"/>
                </a:solidFill>
                <a:latin typeface="Calibri" panose="020F0502020204030204" pitchFamily="34" charset="0"/>
              </a:defRPr>
            </a:lvl4pPr>
            <a:lvl5pPr marL="2057400" indent="-228600" defTabSz="266700">
              <a:defRPr sz="3400">
                <a:solidFill>
                  <a:schemeClr val="tx1"/>
                </a:solidFill>
                <a:latin typeface="Calibri" panose="020F0502020204030204" pitchFamily="34" charset="0"/>
              </a:defRPr>
            </a:lvl5pPr>
            <a:lvl6pPr marL="2514600" indent="-228600" defTabSz="266700" fontAlgn="base">
              <a:spcBef>
                <a:spcPct val="0"/>
              </a:spcBef>
              <a:spcAft>
                <a:spcPct val="0"/>
              </a:spcAft>
              <a:defRPr sz="3400">
                <a:solidFill>
                  <a:schemeClr val="tx1"/>
                </a:solidFill>
                <a:latin typeface="Calibri" panose="020F0502020204030204" pitchFamily="34" charset="0"/>
              </a:defRPr>
            </a:lvl6pPr>
            <a:lvl7pPr marL="2971800" indent="-228600" defTabSz="266700" fontAlgn="base">
              <a:spcBef>
                <a:spcPct val="0"/>
              </a:spcBef>
              <a:spcAft>
                <a:spcPct val="0"/>
              </a:spcAft>
              <a:defRPr sz="3400">
                <a:solidFill>
                  <a:schemeClr val="tx1"/>
                </a:solidFill>
                <a:latin typeface="Calibri" panose="020F0502020204030204" pitchFamily="34" charset="0"/>
              </a:defRPr>
            </a:lvl7pPr>
            <a:lvl8pPr marL="3429000" indent="-228600" defTabSz="266700" fontAlgn="base">
              <a:spcBef>
                <a:spcPct val="0"/>
              </a:spcBef>
              <a:spcAft>
                <a:spcPct val="0"/>
              </a:spcAft>
              <a:defRPr sz="3400">
                <a:solidFill>
                  <a:schemeClr val="tx1"/>
                </a:solidFill>
                <a:latin typeface="Calibri" panose="020F0502020204030204" pitchFamily="34" charset="0"/>
              </a:defRPr>
            </a:lvl8pPr>
            <a:lvl9pPr marL="3886200" indent="-228600" defTabSz="266700" fontAlgn="base">
              <a:spcBef>
                <a:spcPct val="0"/>
              </a:spcBef>
              <a:spcAft>
                <a:spcPct val="0"/>
              </a:spcAft>
              <a:defRPr sz="3400">
                <a:solidFill>
                  <a:schemeClr val="tx1"/>
                </a:solidFill>
                <a:latin typeface="Calibri" panose="020F0502020204030204" pitchFamily="34" charset="0"/>
              </a:defRPr>
            </a:lvl9pPr>
          </a:lstStyle>
          <a:p>
            <a:pPr algn="just" eaLnBrk="1" hangingPunct="1">
              <a:spcBef>
                <a:spcPts val="600"/>
              </a:spcBef>
            </a:pPr>
            <a:r>
              <a:rPr lang="tr-TR" altLang="tr-TR" sz="1400" dirty="0">
                <a:latin typeface="Arial" panose="020B0604020202020204" pitchFamily="34" charset="0"/>
              </a:rPr>
              <a:t>	</a:t>
            </a:r>
            <a:r>
              <a:rPr lang="en-US" altLang="tr-TR" sz="1400" dirty="0">
                <a:latin typeface="Arial" panose="020B0604020202020204" pitchFamily="34" charset="0"/>
              </a:rPr>
              <a:t>The dataset was created using a custom ASL data collection tool and consists of hand landmark samples collected from multiple users</a:t>
            </a:r>
            <a:r>
              <a:rPr lang="tr-TR" altLang="tr-TR" sz="1400" dirty="0">
                <a:latin typeface="Arial" panose="020B0604020202020204" pitchFamily="34" charset="0"/>
              </a:rPr>
              <a:t>. </a:t>
            </a:r>
            <a:r>
              <a:rPr lang="en-US" sz="1400" dirty="0">
                <a:latin typeface="Arial" panose="020B0604020202020204" pitchFamily="34" charset="0"/>
              </a:rPr>
              <a:t>Most classes contain approximately 1,000 samples.</a:t>
            </a:r>
            <a:r>
              <a:rPr lang="en-US" altLang="tr-TR" sz="1400" dirty="0">
                <a:latin typeface="Arial" panose="020B0604020202020204" pitchFamily="34" charset="0"/>
              </a:rPr>
              <a:t>, resulting in a balanced dataset with over 24,000 samples in total.</a:t>
            </a:r>
          </a:p>
          <a:p>
            <a:pPr algn="just" eaLnBrk="1" hangingPunct="1">
              <a:spcBef>
                <a:spcPts val="600"/>
              </a:spcBef>
            </a:pPr>
            <a:endParaRPr lang="en-US" altLang="tr-TR" sz="1400" dirty="0">
              <a:latin typeface="Arial" panose="020B0604020202020204" pitchFamily="34" charset="0"/>
            </a:endParaRPr>
          </a:p>
          <a:p>
            <a:pPr algn="just" eaLnBrk="1" hangingPunct="1">
              <a:spcBef>
                <a:spcPts val="600"/>
              </a:spcBef>
            </a:pPr>
            <a:r>
              <a:rPr lang="tr-TR" altLang="tr-TR" sz="1400" dirty="0">
                <a:latin typeface="Arial" panose="020B0604020202020204" pitchFamily="34" charset="0"/>
              </a:rPr>
              <a:t>	</a:t>
            </a:r>
            <a:r>
              <a:rPr lang="en-US" altLang="tr-TR" sz="1400" dirty="0">
                <a:latin typeface="Arial" panose="020B0604020202020204" pitchFamily="34" charset="0"/>
              </a:rPr>
              <a:t>Experimental results show that the trained model achieves high classification accuracy for most ASL letters. Misclassifications are mainly observed between visually similar hand shapes, which is a common challenge in sign language recognition systems.</a:t>
            </a:r>
          </a:p>
          <a:p>
            <a:pPr algn="just" eaLnBrk="1" hangingPunct="1">
              <a:spcBef>
                <a:spcPts val="600"/>
              </a:spcBef>
            </a:pPr>
            <a:endParaRPr lang="en-US" altLang="tr-TR" sz="1400" dirty="0">
              <a:latin typeface="Arial" panose="020B0604020202020204" pitchFamily="34" charset="0"/>
            </a:endParaRPr>
          </a:p>
          <a:p>
            <a:pPr algn="just" eaLnBrk="1" hangingPunct="1">
              <a:spcBef>
                <a:spcPts val="600"/>
              </a:spcBef>
            </a:pPr>
            <a:r>
              <a:rPr lang="tr-TR" altLang="tr-TR" sz="1400" dirty="0">
                <a:latin typeface="Arial" panose="020B0604020202020204" pitchFamily="34" charset="0"/>
              </a:rPr>
              <a:t>	</a:t>
            </a:r>
            <a:r>
              <a:rPr lang="en-US" altLang="tr-TR" sz="1400" dirty="0">
                <a:latin typeface="Arial" panose="020B0604020202020204" pitchFamily="34" charset="0"/>
              </a:rPr>
              <a:t>Several classical machine learning models were evaluated for American Sign Language (ASL) hand gesture recognition. Among the tested models, the Random Forest classifier achieved the highest overall performance in terms of accuracy and F1-score.</a:t>
            </a:r>
          </a:p>
          <a:p>
            <a:pPr algn="just" eaLnBrk="1" hangingPunct="1">
              <a:spcBef>
                <a:spcPts val="600"/>
              </a:spcBef>
            </a:pPr>
            <a:endParaRPr lang="en-US" altLang="tr-TR" sz="1400" dirty="0">
              <a:latin typeface="Arial" panose="020B0604020202020204" pitchFamily="34" charset="0"/>
            </a:endParaRPr>
          </a:p>
          <a:p>
            <a:pPr algn="just" eaLnBrk="1" hangingPunct="1">
              <a:spcBef>
                <a:spcPts val="600"/>
              </a:spcBef>
            </a:pPr>
            <a:r>
              <a:rPr lang="tr-TR" altLang="tr-TR" sz="1400" dirty="0">
                <a:latin typeface="Arial" panose="020B0604020202020204" pitchFamily="34" charset="0"/>
              </a:rPr>
              <a:t>	</a:t>
            </a:r>
            <a:r>
              <a:rPr lang="en-US" altLang="tr-TR" sz="1400" dirty="0">
                <a:latin typeface="Arial" panose="020B0604020202020204" pitchFamily="34" charset="0"/>
              </a:rPr>
              <a:t>To improve prediction stability in real-time usage, temporal smoothing techniques such as majority voting and confidence-based filtering were applied. These mechanisms significantly reduced prediction noise while preserving responsiveness.</a:t>
            </a:r>
          </a:p>
        </p:txBody>
      </p:sp>
      <p:pic>
        <p:nvPicPr>
          <p:cNvPr id="3" name="Resim 2" descr="metin, ekran görüntüsü, yazılım, multimedya yazılımı içeren bir resim&#10;&#10;Yapay zeka tarafından oluşturulmuş içerik yanlış olabilir.">
            <a:extLst>
              <a:ext uri="{FF2B5EF4-FFF2-40B4-BE49-F238E27FC236}">
                <a16:creationId xmlns:a16="http://schemas.microsoft.com/office/drawing/2014/main" id="{4D46AA96-C7FC-D4B1-A5D9-C53D90E14A6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2030" y="6379875"/>
            <a:ext cx="6989141" cy="4074817"/>
          </a:xfrm>
          <a:prstGeom prst="rect">
            <a:avLst/>
          </a:prstGeom>
        </p:spPr>
      </p:pic>
      <p:pic>
        <p:nvPicPr>
          <p:cNvPr id="5" name="Resim 4">
            <a:extLst>
              <a:ext uri="{FF2B5EF4-FFF2-40B4-BE49-F238E27FC236}">
                <a16:creationId xmlns:a16="http://schemas.microsoft.com/office/drawing/2014/main" id="{BAA79696-DD06-23AA-0C74-ADABF81B34B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17513" y="15048384"/>
            <a:ext cx="3290260" cy="4338113"/>
          </a:xfrm>
          <a:prstGeom prst="rect">
            <a:avLst/>
          </a:prstGeom>
        </p:spPr>
      </p:pic>
      <p:pic>
        <p:nvPicPr>
          <p:cNvPr id="7" name="Resim 6" descr="metin, ekran görüntüsü, yazı tipi, yazılım içeren bir resim&#10;&#10;Yapay zeka tarafından oluşturulmuş içerik yanlış olabilir.">
            <a:extLst>
              <a:ext uri="{FF2B5EF4-FFF2-40B4-BE49-F238E27FC236}">
                <a16:creationId xmlns:a16="http://schemas.microsoft.com/office/drawing/2014/main" id="{9CBCADC4-8F86-9101-B5D9-7EC74FBF0DB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896360" y="15059530"/>
            <a:ext cx="3290260" cy="4326967"/>
          </a:xfrm>
          <a:prstGeom prst="rect">
            <a:avLst/>
          </a:prstGeom>
        </p:spPr>
      </p:pic>
      <p:pic>
        <p:nvPicPr>
          <p:cNvPr id="11" name="Resim 10">
            <a:extLst>
              <a:ext uri="{FF2B5EF4-FFF2-40B4-BE49-F238E27FC236}">
                <a16:creationId xmlns:a16="http://schemas.microsoft.com/office/drawing/2014/main" id="{FC788470-0EBD-7703-AA23-A252D76433F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3858" y="20033889"/>
            <a:ext cx="6862762" cy="599440"/>
          </a:xfrm>
          <a:prstGeom prst="rect">
            <a:avLst/>
          </a:prstGeom>
        </p:spPr>
      </p:pic>
      <p:pic>
        <p:nvPicPr>
          <p:cNvPr id="4" name="Resim 3" descr="metin, ekran görüntüsü, yazı tipi, sayı, numara içeren bir resim&#10;&#10;Yapay zeka tarafından oluşturulmuş içerik yanlış olabilir.">
            <a:extLst>
              <a:ext uri="{FF2B5EF4-FFF2-40B4-BE49-F238E27FC236}">
                <a16:creationId xmlns:a16="http://schemas.microsoft.com/office/drawing/2014/main" id="{68A49668-8451-D9C3-EB92-FCB4B2A780C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977502" y="8469157"/>
            <a:ext cx="4893083" cy="2904757"/>
          </a:xfrm>
          <a:prstGeom prst="rect">
            <a:avLst/>
          </a:prstGeom>
        </p:spPr>
      </p:pic>
      <p:sp>
        <p:nvSpPr>
          <p:cNvPr id="6" name="Text Box 123">
            <a:extLst>
              <a:ext uri="{FF2B5EF4-FFF2-40B4-BE49-F238E27FC236}">
                <a16:creationId xmlns:a16="http://schemas.microsoft.com/office/drawing/2014/main" id="{0A12B822-6FD8-2AE9-EE1D-A6869D4D61CA}"/>
              </a:ext>
            </a:extLst>
          </p:cNvPr>
          <p:cNvSpPr txBox="1">
            <a:spLocks noChangeArrowheads="1"/>
          </p:cNvSpPr>
          <p:nvPr/>
        </p:nvSpPr>
        <p:spPr bwMode="auto">
          <a:xfrm>
            <a:off x="7863992" y="12035450"/>
            <a:ext cx="67929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266700">
              <a:defRPr sz="3400">
                <a:solidFill>
                  <a:schemeClr val="tx1"/>
                </a:solidFill>
                <a:latin typeface="Calibri" panose="020F0502020204030204" pitchFamily="34" charset="0"/>
              </a:defRPr>
            </a:lvl1pPr>
            <a:lvl2pPr marL="742950" indent="-285750" defTabSz="266700">
              <a:defRPr sz="3400">
                <a:solidFill>
                  <a:schemeClr val="tx1"/>
                </a:solidFill>
                <a:latin typeface="Calibri" panose="020F0502020204030204" pitchFamily="34" charset="0"/>
              </a:defRPr>
            </a:lvl2pPr>
            <a:lvl3pPr marL="1143000" indent="-228600" defTabSz="266700">
              <a:defRPr sz="3400">
                <a:solidFill>
                  <a:schemeClr val="tx1"/>
                </a:solidFill>
                <a:latin typeface="Calibri" panose="020F0502020204030204" pitchFamily="34" charset="0"/>
              </a:defRPr>
            </a:lvl3pPr>
            <a:lvl4pPr marL="1600200" indent="-228600" defTabSz="266700">
              <a:defRPr sz="3400">
                <a:solidFill>
                  <a:schemeClr val="tx1"/>
                </a:solidFill>
                <a:latin typeface="Calibri" panose="020F0502020204030204" pitchFamily="34" charset="0"/>
              </a:defRPr>
            </a:lvl4pPr>
            <a:lvl5pPr marL="2057400" indent="-228600" defTabSz="266700">
              <a:defRPr sz="3400">
                <a:solidFill>
                  <a:schemeClr val="tx1"/>
                </a:solidFill>
                <a:latin typeface="Calibri" panose="020F0502020204030204" pitchFamily="34" charset="0"/>
              </a:defRPr>
            </a:lvl5pPr>
            <a:lvl6pPr marL="2514600" indent="-228600" defTabSz="266700" fontAlgn="base">
              <a:spcBef>
                <a:spcPct val="0"/>
              </a:spcBef>
              <a:spcAft>
                <a:spcPct val="0"/>
              </a:spcAft>
              <a:defRPr sz="3400">
                <a:solidFill>
                  <a:schemeClr val="tx1"/>
                </a:solidFill>
                <a:latin typeface="Calibri" panose="020F0502020204030204" pitchFamily="34" charset="0"/>
              </a:defRPr>
            </a:lvl6pPr>
            <a:lvl7pPr marL="2971800" indent="-228600" defTabSz="266700" fontAlgn="base">
              <a:spcBef>
                <a:spcPct val="0"/>
              </a:spcBef>
              <a:spcAft>
                <a:spcPct val="0"/>
              </a:spcAft>
              <a:defRPr sz="3400">
                <a:solidFill>
                  <a:schemeClr val="tx1"/>
                </a:solidFill>
                <a:latin typeface="Calibri" panose="020F0502020204030204" pitchFamily="34" charset="0"/>
              </a:defRPr>
            </a:lvl7pPr>
            <a:lvl8pPr marL="3429000" indent="-228600" defTabSz="266700" fontAlgn="base">
              <a:spcBef>
                <a:spcPct val="0"/>
              </a:spcBef>
              <a:spcAft>
                <a:spcPct val="0"/>
              </a:spcAft>
              <a:defRPr sz="3400">
                <a:solidFill>
                  <a:schemeClr val="tx1"/>
                </a:solidFill>
                <a:latin typeface="Calibri" panose="020F0502020204030204" pitchFamily="34" charset="0"/>
              </a:defRPr>
            </a:lvl8pPr>
            <a:lvl9pPr marL="3886200" indent="-228600" defTabSz="266700" fontAlgn="base">
              <a:spcBef>
                <a:spcPct val="0"/>
              </a:spcBef>
              <a:spcAft>
                <a:spcPct val="0"/>
              </a:spcAft>
              <a:defRPr sz="3400">
                <a:solidFill>
                  <a:schemeClr val="tx1"/>
                </a:solidFill>
                <a:latin typeface="Calibri" panose="020F0502020204030204" pitchFamily="34" charset="0"/>
              </a:defRPr>
            </a:lvl9pPr>
          </a:lstStyle>
          <a:p>
            <a:pPr algn="just" eaLnBrk="1" hangingPunct="1">
              <a:spcBef>
                <a:spcPts val="600"/>
              </a:spcBef>
            </a:pPr>
            <a:r>
              <a:rPr lang="tr-TR" altLang="tr-TR" sz="1400" dirty="0">
                <a:latin typeface="Arial" panose="020B0604020202020204" pitchFamily="34" charset="0"/>
              </a:rPr>
              <a:t>	</a:t>
            </a:r>
            <a:r>
              <a:rPr lang="en-US" altLang="tr-TR" sz="1400" dirty="0">
                <a:latin typeface="Arial" panose="020B0604020202020204" pitchFamily="34" charset="0"/>
              </a:rPr>
              <a:t>Although the model achieves very high offline accuracy, real-time prediction performance is affected by hand pose transitions and visual similarity between certain ASL signs.</a:t>
            </a:r>
          </a:p>
        </p:txBody>
      </p:sp>
      <p:sp>
        <p:nvSpPr>
          <p:cNvPr id="18" name="44 Metin kutusu">
            <a:extLst>
              <a:ext uri="{FF2B5EF4-FFF2-40B4-BE49-F238E27FC236}">
                <a16:creationId xmlns:a16="http://schemas.microsoft.com/office/drawing/2014/main" id="{F377BF2D-C147-5321-9C7B-D84EA99879AC}"/>
              </a:ext>
            </a:extLst>
          </p:cNvPr>
          <p:cNvSpPr txBox="1">
            <a:spLocks noChangeArrowheads="1"/>
          </p:cNvSpPr>
          <p:nvPr/>
        </p:nvSpPr>
        <p:spPr bwMode="auto">
          <a:xfrm>
            <a:off x="-148804" y="19535066"/>
            <a:ext cx="4060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algn="ctr" eaLnBrk="1" hangingPunct="1"/>
            <a:r>
              <a:rPr lang="en-US" altLang="tr-TR" sz="1400" b="1" dirty="0">
                <a:latin typeface="Arial" panose="020B0604020202020204" pitchFamily="34" charset="0"/>
              </a:rPr>
              <a:t>Figure </a:t>
            </a:r>
            <a:r>
              <a:rPr lang="tr-TR" altLang="tr-TR" sz="1400" b="1" dirty="0">
                <a:latin typeface="Arial" panose="020B0604020202020204" pitchFamily="34" charset="0"/>
              </a:rPr>
              <a:t>2</a:t>
            </a:r>
            <a:r>
              <a:rPr lang="tr-TR" altLang="tr-TR" sz="1400" dirty="0">
                <a:latin typeface="Arial" panose="020B0604020202020204" pitchFamily="34" charset="0"/>
              </a:rPr>
              <a:t>.  Manual </a:t>
            </a:r>
            <a:r>
              <a:rPr lang="tr-TR" altLang="tr-TR" sz="1400" dirty="0" err="1">
                <a:latin typeface="Arial" panose="020B0604020202020204" pitchFamily="34" charset="0"/>
              </a:rPr>
              <a:t>Mode</a:t>
            </a:r>
            <a:endParaRPr lang="tr-TR" altLang="tr-TR" sz="1400" dirty="0">
              <a:latin typeface="Arial" panose="020B0604020202020204" pitchFamily="34" charset="0"/>
            </a:endParaRPr>
          </a:p>
          <a:p>
            <a:pPr eaLnBrk="1" hangingPunct="1"/>
            <a:endParaRPr lang="tr-TR" altLang="tr-TR" sz="1800" b="1" dirty="0">
              <a:latin typeface="Arial" panose="020B0604020202020204" pitchFamily="34" charset="0"/>
            </a:endParaRPr>
          </a:p>
        </p:txBody>
      </p:sp>
      <p:sp>
        <p:nvSpPr>
          <p:cNvPr id="19" name="44 Metin kutusu">
            <a:extLst>
              <a:ext uri="{FF2B5EF4-FFF2-40B4-BE49-F238E27FC236}">
                <a16:creationId xmlns:a16="http://schemas.microsoft.com/office/drawing/2014/main" id="{012C6434-AA5A-CB82-E89B-DAD21C547998}"/>
              </a:ext>
            </a:extLst>
          </p:cNvPr>
          <p:cNvSpPr txBox="1">
            <a:spLocks noChangeArrowheads="1"/>
          </p:cNvSpPr>
          <p:nvPr/>
        </p:nvSpPr>
        <p:spPr bwMode="auto">
          <a:xfrm>
            <a:off x="3013880" y="19535066"/>
            <a:ext cx="4060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algn="ctr" eaLnBrk="1" hangingPunct="1"/>
            <a:r>
              <a:rPr lang="en-US" altLang="tr-TR" sz="1400" b="1" dirty="0">
                <a:latin typeface="Arial" panose="020B0604020202020204" pitchFamily="34" charset="0"/>
              </a:rPr>
              <a:t>Figure </a:t>
            </a:r>
            <a:r>
              <a:rPr lang="tr-TR" altLang="tr-TR" sz="1400" b="1" dirty="0">
                <a:latin typeface="Arial" panose="020B0604020202020204" pitchFamily="34" charset="0"/>
              </a:rPr>
              <a:t>3.  </a:t>
            </a:r>
            <a:r>
              <a:rPr lang="tr-TR" altLang="tr-TR" sz="1400" dirty="0">
                <a:latin typeface="Arial" panose="020B0604020202020204" pitchFamily="34" charset="0"/>
              </a:rPr>
              <a:t>Auto </a:t>
            </a:r>
            <a:r>
              <a:rPr lang="tr-TR" altLang="tr-TR" sz="1400" dirty="0" err="1">
                <a:latin typeface="Arial" panose="020B0604020202020204" pitchFamily="34" charset="0"/>
              </a:rPr>
              <a:t>Mode</a:t>
            </a:r>
            <a:endParaRPr lang="tr-TR" altLang="tr-TR" sz="1400" dirty="0">
              <a:latin typeface="Arial" panose="020B0604020202020204" pitchFamily="34" charset="0"/>
            </a:endParaRPr>
          </a:p>
          <a:p>
            <a:pPr eaLnBrk="1" hangingPunct="1"/>
            <a:endParaRPr lang="tr-TR" altLang="tr-TR" sz="1800" b="1" dirty="0">
              <a:latin typeface="Arial" panose="020B0604020202020204" pitchFamily="34" charset="0"/>
            </a:endParaRPr>
          </a:p>
        </p:txBody>
      </p:sp>
      <p:sp>
        <p:nvSpPr>
          <p:cNvPr id="20" name="44 Metin kutusu">
            <a:extLst>
              <a:ext uri="{FF2B5EF4-FFF2-40B4-BE49-F238E27FC236}">
                <a16:creationId xmlns:a16="http://schemas.microsoft.com/office/drawing/2014/main" id="{27563D84-2AC2-E595-287F-C3145A482290}"/>
              </a:ext>
            </a:extLst>
          </p:cNvPr>
          <p:cNvSpPr txBox="1">
            <a:spLocks noChangeArrowheads="1"/>
          </p:cNvSpPr>
          <p:nvPr/>
        </p:nvSpPr>
        <p:spPr bwMode="auto">
          <a:xfrm>
            <a:off x="1623226" y="20724677"/>
            <a:ext cx="4060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algn="ctr" eaLnBrk="1" hangingPunct="1"/>
            <a:r>
              <a:rPr lang="en-US" altLang="tr-TR" sz="1400" b="1" dirty="0">
                <a:latin typeface="Arial" panose="020B0604020202020204" pitchFamily="34" charset="0"/>
              </a:rPr>
              <a:t>Figure </a:t>
            </a:r>
            <a:r>
              <a:rPr lang="tr-TR" altLang="tr-TR" sz="1400" b="1" dirty="0">
                <a:latin typeface="Arial" panose="020B0604020202020204" pitchFamily="34" charset="0"/>
              </a:rPr>
              <a:t>4.  </a:t>
            </a:r>
            <a:r>
              <a:rPr lang="tr-TR" altLang="tr-TR" sz="1400" dirty="0" err="1">
                <a:latin typeface="Arial" panose="020B0604020202020204" pitchFamily="34" charset="0"/>
              </a:rPr>
              <a:t>Toolbar</a:t>
            </a:r>
            <a:endParaRPr lang="tr-TR" altLang="tr-TR" sz="1400" dirty="0">
              <a:latin typeface="Arial" panose="020B0604020202020204" pitchFamily="34" charset="0"/>
            </a:endParaRPr>
          </a:p>
          <a:p>
            <a:pPr eaLnBrk="1" hangingPunct="1"/>
            <a:endParaRPr lang="tr-TR" altLang="tr-TR" sz="1800" b="1" dirty="0">
              <a:latin typeface="Arial" panose="020B0604020202020204" pitchFamily="34" charset="0"/>
            </a:endParaRPr>
          </a:p>
        </p:txBody>
      </p:sp>
      <p:sp>
        <p:nvSpPr>
          <p:cNvPr id="21" name="44 Metin kutusu">
            <a:extLst>
              <a:ext uri="{FF2B5EF4-FFF2-40B4-BE49-F238E27FC236}">
                <a16:creationId xmlns:a16="http://schemas.microsoft.com/office/drawing/2014/main" id="{F1C633E5-22EF-EED2-51CC-A470A87F6AF9}"/>
              </a:ext>
            </a:extLst>
          </p:cNvPr>
          <p:cNvSpPr txBox="1">
            <a:spLocks noChangeArrowheads="1"/>
          </p:cNvSpPr>
          <p:nvPr/>
        </p:nvSpPr>
        <p:spPr bwMode="auto">
          <a:xfrm>
            <a:off x="9393630" y="11542190"/>
            <a:ext cx="40608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algn="ctr" eaLnBrk="1" hangingPunct="1"/>
            <a:r>
              <a:rPr lang="en-US" altLang="tr-TR" sz="1400" b="1" dirty="0">
                <a:latin typeface="Arial" panose="020B0604020202020204" pitchFamily="34" charset="0"/>
              </a:rPr>
              <a:t>Figure </a:t>
            </a:r>
            <a:r>
              <a:rPr lang="tr-TR" altLang="tr-TR" sz="1400" b="1" dirty="0">
                <a:latin typeface="Arial" panose="020B0604020202020204" pitchFamily="34" charset="0"/>
              </a:rPr>
              <a:t>5. </a:t>
            </a:r>
            <a:r>
              <a:rPr lang="tr-TR" sz="1400" dirty="0">
                <a:latin typeface="Arial" panose="020B0604020202020204" pitchFamily="34" charset="0"/>
              </a:rPr>
              <a:t>Offline Evaluation </a:t>
            </a:r>
            <a:r>
              <a:rPr lang="tr-TR" sz="1400" dirty="0"/>
              <a:t>- </a:t>
            </a:r>
            <a:r>
              <a:rPr lang="tr-TR" altLang="tr-TR" sz="1400" dirty="0">
                <a:latin typeface="Arial" panose="020B0604020202020204" pitchFamily="34" charset="0"/>
              </a:rPr>
              <a:t>Model</a:t>
            </a:r>
            <a:r>
              <a:rPr lang="tr-TR" altLang="tr-TR" sz="1400" b="1" dirty="0">
                <a:latin typeface="Arial" panose="020B0604020202020204" pitchFamily="34" charset="0"/>
              </a:rPr>
              <a:t> </a:t>
            </a:r>
            <a:r>
              <a:rPr lang="tr-TR" altLang="tr-TR" sz="1400" dirty="0" err="1">
                <a:latin typeface="Arial" panose="020B0604020202020204" pitchFamily="34" charset="0"/>
              </a:rPr>
              <a:t>Performance</a:t>
            </a:r>
            <a:endParaRPr lang="tr-TR" altLang="tr-TR" sz="1400" dirty="0">
              <a:latin typeface="Arial" panose="020B0604020202020204" pitchFamily="34" charset="0"/>
            </a:endParaRPr>
          </a:p>
          <a:p>
            <a:pPr eaLnBrk="1" hangingPunct="1"/>
            <a:endParaRPr lang="tr-TR" altLang="tr-TR" sz="1800" b="1" dirty="0">
              <a:latin typeface="Arial" panose="020B0604020202020204" pitchFamily="34" charset="0"/>
            </a:endParaRPr>
          </a:p>
        </p:txBody>
      </p:sp>
      <p:sp>
        <p:nvSpPr>
          <p:cNvPr id="22" name="AutoShape 122">
            <a:extLst>
              <a:ext uri="{FF2B5EF4-FFF2-40B4-BE49-F238E27FC236}">
                <a16:creationId xmlns:a16="http://schemas.microsoft.com/office/drawing/2014/main" id="{7EED49EB-5F49-BF22-EF71-94EBA632B94A}"/>
              </a:ext>
            </a:extLst>
          </p:cNvPr>
          <p:cNvSpPr>
            <a:spLocks noChangeArrowheads="1"/>
          </p:cNvSpPr>
          <p:nvPr/>
        </p:nvSpPr>
        <p:spPr bwMode="auto">
          <a:xfrm>
            <a:off x="7766049" y="13405484"/>
            <a:ext cx="7127875" cy="2350808"/>
          </a:xfrm>
          <a:prstGeom prst="roundRect">
            <a:avLst>
              <a:gd name="adj" fmla="val 2778"/>
            </a:avLst>
          </a:prstGeom>
          <a:solidFill>
            <a:srgbClr val="E6D0D7">
              <a:alpha val="87057"/>
            </a:srgbClr>
          </a:solidFill>
          <a:ln w="9525">
            <a:solidFill>
              <a:srgbClr val="333399"/>
            </a:solidFill>
            <a:round/>
            <a:headEnd/>
            <a:tailEnd/>
          </a:ln>
        </p:spPr>
        <p:txBody>
          <a:bodyPr lIns="0" tIns="0" rIns="0" bIns="0" anchor="ct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eaLnBrk="1" hangingPunct="1"/>
            <a:endParaRPr lang="tr-TR" altLang="tr-TR" sz="1400" b="1" dirty="0">
              <a:latin typeface="Arial" panose="020B0604020202020204" pitchFamily="34" charset="0"/>
            </a:endParaRPr>
          </a:p>
        </p:txBody>
      </p:sp>
      <p:sp>
        <p:nvSpPr>
          <p:cNvPr id="23" name="Text Box 133">
            <a:extLst>
              <a:ext uri="{FF2B5EF4-FFF2-40B4-BE49-F238E27FC236}">
                <a16:creationId xmlns:a16="http://schemas.microsoft.com/office/drawing/2014/main" id="{BD134FF8-1819-100B-B109-94A550D66708}"/>
              </a:ext>
            </a:extLst>
          </p:cNvPr>
          <p:cNvSpPr txBox="1">
            <a:spLocks noChangeArrowheads="1"/>
          </p:cNvSpPr>
          <p:nvPr/>
        </p:nvSpPr>
        <p:spPr bwMode="auto">
          <a:xfrm>
            <a:off x="7823518" y="13555171"/>
            <a:ext cx="7052469"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3400">
                <a:solidFill>
                  <a:schemeClr val="tx1"/>
                </a:solidFill>
                <a:latin typeface="Calibri" panose="020F0502020204030204" pitchFamily="34" charset="0"/>
              </a:defRPr>
            </a:lvl1pPr>
            <a:lvl2pPr marL="742950" indent="-285750">
              <a:defRPr sz="3400">
                <a:solidFill>
                  <a:schemeClr val="tx1"/>
                </a:solidFill>
                <a:latin typeface="Calibri" panose="020F0502020204030204" pitchFamily="34" charset="0"/>
              </a:defRPr>
            </a:lvl2pPr>
            <a:lvl3pPr marL="1143000" indent="-228600">
              <a:defRPr sz="3400">
                <a:solidFill>
                  <a:schemeClr val="tx1"/>
                </a:solidFill>
                <a:latin typeface="Calibri" panose="020F0502020204030204" pitchFamily="34" charset="0"/>
              </a:defRPr>
            </a:lvl3pPr>
            <a:lvl4pPr marL="1600200" indent="-228600">
              <a:defRPr sz="3400">
                <a:solidFill>
                  <a:schemeClr val="tx1"/>
                </a:solidFill>
                <a:latin typeface="Calibri" panose="020F0502020204030204" pitchFamily="34" charset="0"/>
              </a:defRPr>
            </a:lvl4pPr>
            <a:lvl5pPr marL="2057400" indent="-228600">
              <a:defRPr sz="3400">
                <a:solidFill>
                  <a:schemeClr val="tx1"/>
                </a:solidFill>
                <a:latin typeface="Calibri" panose="020F0502020204030204" pitchFamily="34" charset="0"/>
              </a:defRPr>
            </a:lvl5pPr>
            <a:lvl6pPr marL="2514600" indent="-228600" defTabSz="1751013" fontAlgn="base">
              <a:spcBef>
                <a:spcPct val="0"/>
              </a:spcBef>
              <a:spcAft>
                <a:spcPct val="0"/>
              </a:spcAft>
              <a:defRPr sz="3400">
                <a:solidFill>
                  <a:schemeClr val="tx1"/>
                </a:solidFill>
                <a:latin typeface="Calibri" panose="020F0502020204030204" pitchFamily="34" charset="0"/>
              </a:defRPr>
            </a:lvl6pPr>
            <a:lvl7pPr marL="2971800" indent="-228600" defTabSz="1751013" fontAlgn="base">
              <a:spcBef>
                <a:spcPct val="0"/>
              </a:spcBef>
              <a:spcAft>
                <a:spcPct val="0"/>
              </a:spcAft>
              <a:defRPr sz="3400">
                <a:solidFill>
                  <a:schemeClr val="tx1"/>
                </a:solidFill>
                <a:latin typeface="Calibri" panose="020F0502020204030204" pitchFamily="34" charset="0"/>
              </a:defRPr>
            </a:lvl7pPr>
            <a:lvl8pPr marL="3429000" indent="-228600" defTabSz="1751013" fontAlgn="base">
              <a:spcBef>
                <a:spcPct val="0"/>
              </a:spcBef>
              <a:spcAft>
                <a:spcPct val="0"/>
              </a:spcAft>
              <a:defRPr sz="3400">
                <a:solidFill>
                  <a:schemeClr val="tx1"/>
                </a:solidFill>
                <a:latin typeface="Calibri" panose="020F0502020204030204" pitchFamily="34" charset="0"/>
              </a:defRPr>
            </a:lvl8pPr>
            <a:lvl9pPr marL="3886200" indent="-228600" defTabSz="1751013" fontAlgn="base">
              <a:spcBef>
                <a:spcPct val="0"/>
              </a:spcBef>
              <a:spcAft>
                <a:spcPct val="0"/>
              </a:spcAft>
              <a:defRPr sz="3400">
                <a:solidFill>
                  <a:schemeClr val="tx1"/>
                </a:solidFill>
                <a:latin typeface="Calibri" panose="020F0502020204030204" pitchFamily="34" charset="0"/>
              </a:defRPr>
            </a:lvl9pPr>
          </a:lstStyle>
          <a:p>
            <a:pPr algn="just" eaLnBrk="1" hangingPunct="1"/>
            <a:r>
              <a:rPr lang="tr-TR" sz="1400" dirty="0">
                <a:latin typeface="Arial" panose="020B0604020202020204" pitchFamily="34" charset="0"/>
                <a:cs typeface="Arial" panose="020B0604020202020204" pitchFamily="34" charset="0"/>
              </a:rPr>
              <a:t>✔  Ad</a:t>
            </a:r>
            <a:r>
              <a:rPr lang="en-US" altLang="tr-TR" sz="1400" dirty="0" err="1">
                <a:latin typeface="Arial" panose="020B0604020202020204" pitchFamily="34" charset="0"/>
                <a:cs typeface="Arial" panose="020B0604020202020204" pitchFamily="34" charset="0"/>
              </a:rPr>
              <a:t>apting</a:t>
            </a:r>
            <a:r>
              <a:rPr lang="en-US" altLang="tr-TR" sz="1400" dirty="0">
                <a:latin typeface="Arial" panose="020B0604020202020204" pitchFamily="34" charset="0"/>
                <a:cs typeface="Arial" panose="020B0604020202020204" pitchFamily="34" charset="0"/>
              </a:rPr>
              <a:t> the system for different sign languages (e.g., TSL)</a:t>
            </a:r>
          </a:p>
          <a:p>
            <a:pPr algn="just" eaLnBrk="1" hangingPunct="1"/>
            <a:endParaRPr lang="en-US" altLang="tr-TR" sz="1400" dirty="0">
              <a:latin typeface="Arial" panose="020B0604020202020204" pitchFamily="34" charset="0"/>
              <a:cs typeface="Arial" panose="020B0604020202020204" pitchFamily="34" charset="0"/>
            </a:endParaRPr>
          </a:p>
          <a:p>
            <a:pPr algn="just" eaLnBrk="1" hangingPunct="1"/>
            <a:r>
              <a:rPr lang="tr-TR" sz="1400" dirty="0">
                <a:latin typeface="Arial" panose="020B0604020202020204" pitchFamily="34" charset="0"/>
                <a:cs typeface="Arial" panose="020B0604020202020204" pitchFamily="34" charset="0"/>
              </a:rPr>
              <a:t>✔  </a:t>
            </a:r>
            <a:r>
              <a:rPr lang="en-US" altLang="tr-TR" sz="1400" dirty="0">
                <a:latin typeface="Arial" panose="020B0604020202020204" pitchFamily="34" charset="0"/>
                <a:cs typeface="Arial" panose="020B0604020202020204" pitchFamily="34" charset="0"/>
              </a:rPr>
              <a:t>Extending the system to recognize dynamic ASL signs (e.g., J and Z).</a:t>
            </a:r>
          </a:p>
          <a:p>
            <a:pPr algn="just" eaLnBrk="1" hangingPunct="1"/>
            <a:endParaRPr lang="en-US" altLang="tr-TR" sz="1400" dirty="0">
              <a:latin typeface="Arial" panose="020B0604020202020204" pitchFamily="34" charset="0"/>
              <a:cs typeface="Arial" panose="020B0604020202020204" pitchFamily="34" charset="0"/>
            </a:endParaRPr>
          </a:p>
          <a:p>
            <a:pPr algn="just" eaLnBrk="1" hangingPunct="1"/>
            <a:r>
              <a:rPr lang="tr-TR" sz="1400" dirty="0">
                <a:latin typeface="Arial" panose="020B0604020202020204" pitchFamily="34" charset="0"/>
                <a:cs typeface="Arial" panose="020B0604020202020204" pitchFamily="34" charset="0"/>
              </a:rPr>
              <a:t>✔  </a:t>
            </a:r>
            <a:r>
              <a:rPr lang="en-US" altLang="tr-TR" sz="1400" dirty="0">
                <a:latin typeface="Arial" panose="020B0604020202020204" pitchFamily="34" charset="0"/>
                <a:cs typeface="Arial" panose="020B0604020202020204" pitchFamily="34" charset="0"/>
              </a:rPr>
              <a:t>Adding language models for smarter word and sentence completion.</a:t>
            </a:r>
          </a:p>
          <a:p>
            <a:pPr algn="just" eaLnBrk="1" hangingPunct="1"/>
            <a:endParaRPr lang="en-US" altLang="tr-TR" sz="1400" dirty="0">
              <a:latin typeface="Arial" panose="020B0604020202020204" pitchFamily="34" charset="0"/>
              <a:cs typeface="Arial" panose="020B0604020202020204" pitchFamily="34" charset="0"/>
            </a:endParaRPr>
          </a:p>
          <a:p>
            <a:pPr algn="just" eaLnBrk="1" hangingPunct="1"/>
            <a:r>
              <a:rPr lang="tr-TR" sz="1400" dirty="0">
                <a:latin typeface="Arial" panose="020B0604020202020204" pitchFamily="34" charset="0"/>
                <a:cs typeface="Arial" panose="020B0604020202020204" pitchFamily="34" charset="0"/>
              </a:rPr>
              <a:t>✔  </a:t>
            </a:r>
            <a:r>
              <a:rPr lang="en-US" altLang="tr-TR" sz="1400" dirty="0">
                <a:latin typeface="Arial" panose="020B0604020202020204" pitchFamily="34" charset="0"/>
                <a:cs typeface="Arial" panose="020B0604020202020204" pitchFamily="34" charset="0"/>
              </a:rPr>
              <a:t>Imp</a:t>
            </a:r>
            <a:r>
              <a:rPr lang="tr-TR" altLang="tr-TR" sz="1400" dirty="0">
                <a:latin typeface="Arial" panose="020B0604020202020204" pitchFamily="34" charset="0"/>
                <a:cs typeface="Arial" panose="020B0604020202020204" pitchFamily="34" charset="0"/>
              </a:rPr>
              <a:t>r</a:t>
            </a:r>
            <a:r>
              <a:rPr lang="en-US" altLang="tr-TR" sz="1400" dirty="0" err="1">
                <a:latin typeface="Arial" panose="020B0604020202020204" pitchFamily="34" charset="0"/>
                <a:cs typeface="Arial" panose="020B0604020202020204" pitchFamily="34" charset="0"/>
              </a:rPr>
              <a:t>oving</a:t>
            </a:r>
            <a:r>
              <a:rPr lang="en-US" altLang="tr-TR" sz="1400" dirty="0">
                <a:latin typeface="Arial" panose="020B0604020202020204" pitchFamily="34" charset="0"/>
                <a:cs typeface="Arial" panose="020B0604020202020204" pitchFamily="34" charset="0"/>
              </a:rPr>
              <a:t> the model to detect and interpret signs involving both hands simultaneously</a:t>
            </a:r>
          </a:p>
          <a:p>
            <a:pPr algn="just" eaLnBrk="1" hangingPunct="1"/>
            <a:endParaRPr lang="en-US" altLang="tr-TR" sz="1400" dirty="0">
              <a:latin typeface="Arial" panose="020B0604020202020204" pitchFamily="34" charset="0"/>
              <a:cs typeface="Arial" panose="020B0604020202020204" pitchFamily="34" charset="0"/>
            </a:endParaRPr>
          </a:p>
          <a:p>
            <a:pPr algn="just" eaLnBrk="1" hangingPunct="1"/>
            <a:r>
              <a:rPr lang="tr-TR" sz="1400" dirty="0">
                <a:latin typeface="Arial" panose="020B0604020202020204" pitchFamily="34" charset="0"/>
                <a:cs typeface="Arial" panose="020B0604020202020204" pitchFamily="34" charset="0"/>
              </a:rPr>
              <a:t>✔  </a:t>
            </a:r>
            <a:r>
              <a:rPr lang="en-US" altLang="tr-TR" sz="1400" dirty="0">
                <a:latin typeface="Arial" panose="020B0604020202020204" pitchFamily="34" charset="0"/>
                <a:cs typeface="Arial" panose="020B0604020202020204" pitchFamily="34" charset="0"/>
              </a:rPr>
              <a:t>Expanding the dataset with more participants to improve generalization.</a:t>
            </a:r>
            <a:endParaRPr lang="tr-TR" sz="1400" dirty="0">
              <a:latin typeface="Arial" panose="020B0604020202020204" pitchFamily="34" charset="0"/>
              <a:cs typeface="Arial" panose="020B0604020202020204" pitchFamily="34" charset="0"/>
            </a:endParaRPr>
          </a:p>
          <a:p>
            <a:pPr algn="just" eaLnBrk="1" hangingPunct="1"/>
            <a:endParaRPr lang="tr-TR" sz="1400" dirty="0">
              <a:latin typeface="Arial" panose="020B0604020202020204" pitchFamily="34" charset="0"/>
              <a:cs typeface="Arial" panose="020B0604020202020204" pitchFamily="34" charset="0"/>
            </a:endParaRPr>
          </a:p>
          <a:p>
            <a:pPr algn="just" eaLnBrk="1" hangingPunct="1"/>
            <a:endParaRPr lang="tr-TR" altLang="tr-TR" sz="1400" dirty="0">
              <a:latin typeface="Arial" panose="020B0604020202020204" pitchFamily="34" charset="0"/>
              <a:cs typeface="Arial" panose="020B0604020202020204" pitchFamily="34" charset="0"/>
            </a:endParaRPr>
          </a:p>
          <a:p>
            <a:pPr algn="just" eaLnBrk="1" hangingPunct="1"/>
            <a:endParaRPr lang="tr-TR" altLang="tr-TR" sz="14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eması">
  <a:themeElements>
    <a:clrScheme name="Office Teması">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eması">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nu2" id="{DC4CD3CC-B604-4927-BDC0-9DE905340B54}" vid="{0D35B3AD-2A60-4CB2-B0B1-9318775E1C44}"/>
    </a:ext>
  </a:extLst>
</a:theme>
</file>

<file path=docProps/app.xml><?xml version="1.0" encoding="utf-8"?>
<Properties xmlns="http://schemas.openxmlformats.org/officeDocument/2006/extended-properties" xmlns:vt="http://schemas.openxmlformats.org/officeDocument/2006/docPropsVTypes">
  <Template>Poster_V1</Template>
  <TotalTime>207</TotalTime>
  <Words>721</Words>
  <Application>Microsoft Office PowerPoint</Application>
  <PresentationFormat>Özel</PresentationFormat>
  <Paragraphs>52</Paragraphs>
  <Slides>1</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vt:i4>
      </vt:variant>
    </vt:vector>
  </HeadingPairs>
  <TitlesOfParts>
    <vt:vector size="5" baseType="lpstr">
      <vt:lpstr>Arial</vt:lpstr>
      <vt:lpstr>Calibri</vt:lpstr>
      <vt:lpstr>Calibri Light</vt:lpstr>
      <vt:lpstr>Office Teması</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Microsoft hesabı</dc:creator>
  <cp:lastModifiedBy>KÜBRASULTAN KÖSE</cp:lastModifiedBy>
  <cp:revision>14</cp:revision>
  <dcterms:created xsi:type="dcterms:W3CDTF">2022-04-26T06:33:48Z</dcterms:created>
  <dcterms:modified xsi:type="dcterms:W3CDTF">2026-01-14T13:23:32Z</dcterms:modified>
</cp:coreProperties>
</file>